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45" r:id="rId2"/>
    <p:sldId id="264" r:id="rId3"/>
    <p:sldId id="266" r:id="rId4"/>
    <p:sldId id="268" r:id="rId5"/>
    <p:sldId id="274" r:id="rId6"/>
    <p:sldId id="275" r:id="rId7"/>
    <p:sldId id="277" r:id="rId8"/>
    <p:sldId id="279" r:id="rId9"/>
    <p:sldId id="286" r:id="rId10"/>
    <p:sldId id="288" r:id="rId11"/>
    <p:sldId id="290" r:id="rId12"/>
    <p:sldId id="343" r:id="rId13"/>
    <p:sldId id="297" r:id="rId14"/>
    <p:sldId id="299" r:id="rId15"/>
    <p:sldId id="300" r:id="rId16"/>
    <p:sldId id="302" r:id="rId17"/>
    <p:sldId id="308" r:id="rId18"/>
    <p:sldId id="310" r:id="rId19"/>
    <p:sldId id="311" r:id="rId20"/>
    <p:sldId id="313" r:id="rId21"/>
    <p:sldId id="319" r:id="rId22"/>
    <p:sldId id="315" r:id="rId23"/>
    <p:sldId id="321" r:id="rId24"/>
    <p:sldId id="323" r:id="rId25"/>
    <p:sldId id="329" r:id="rId26"/>
    <p:sldId id="330" r:id="rId27"/>
    <p:sldId id="331" r:id="rId28"/>
    <p:sldId id="332" r:id="rId29"/>
    <p:sldId id="338" r:id="rId30"/>
    <p:sldId id="344" r:id="rId31"/>
    <p:sldId id="341" r:id="rId32"/>
    <p:sldId id="342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48F23C-3288-4884-8772-74880AA972EF}" v="1" dt="2026-04-06T09:28:48.0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ué Silva de Morais" userId="f406c2cd-edfc-4057-be10-75858098c663" providerId="ADAL" clId="{DD587564-A78D-4561-8E64-C12CF1DF9BAA}"/>
    <pc:docChg chg="custSel addSld delSld modSld addMainMaster delMainMaster">
      <pc:chgData name="Josué Silva de Morais" userId="f406c2cd-edfc-4057-be10-75858098c663" providerId="ADAL" clId="{DD587564-A78D-4561-8E64-C12CF1DF9BAA}" dt="2026-04-06T11:29:56.569" v="398"/>
      <pc:docMkLst>
        <pc:docMk/>
      </pc:docMkLst>
      <pc:sldChg chg="del">
        <pc:chgData name="Josué Silva de Morais" userId="f406c2cd-edfc-4057-be10-75858098c663" providerId="ADAL" clId="{DD587564-A78D-4561-8E64-C12CF1DF9BAA}" dt="2026-04-06T09:30:19.316" v="1"/>
        <pc:sldMkLst>
          <pc:docMk/>
          <pc:sldMk cId="2577480802" sldId="256"/>
        </pc:sldMkLst>
      </pc:sldChg>
      <pc:sldChg chg="add del">
        <pc:chgData name="Josué Silva de Morais" userId="f406c2cd-edfc-4057-be10-75858098c663" providerId="ADAL" clId="{DD587564-A78D-4561-8E64-C12CF1DF9BAA}" dt="2026-04-06T09:30:38.313" v="3"/>
        <pc:sldMkLst>
          <pc:docMk/>
          <pc:sldMk cId="1597506641" sldId="257"/>
        </pc:sldMkLst>
      </pc:sldChg>
      <pc:sldChg chg="add del">
        <pc:chgData name="Josué Silva de Morais" userId="f406c2cd-edfc-4057-be10-75858098c663" providerId="ADAL" clId="{DD587564-A78D-4561-8E64-C12CF1DF9BAA}" dt="2026-04-06T09:30:43.955" v="5"/>
        <pc:sldMkLst>
          <pc:docMk/>
          <pc:sldMk cId="3478088807" sldId="258"/>
        </pc:sldMkLst>
      </pc:sldChg>
      <pc:sldChg chg="add del">
        <pc:chgData name="Josué Silva de Morais" userId="f406c2cd-edfc-4057-be10-75858098c663" providerId="ADAL" clId="{DD587564-A78D-4561-8E64-C12CF1DF9BAA}" dt="2026-04-06T11:29:56.569" v="398"/>
        <pc:sldMkLst>
          <pc:docMk/>
          <pc:sldMk cId="2459113308" sldId="259"/>
        </pc:sldMkLst>
      </pc:sldChg>
      <pc:sldChg chg="new del">
        <pc:chgData name="Josué Silva de Morais" userId="f406c2cd-edfc-4057-be10-75858098c663" providerId="ADAL" clId="{DD587564-A78D-4561-8E64-C12CF1DF9BAA}" dt="2026-04-06T09:31:01.933" v="10"/>
        <pc:sldMkLst>
          <pc:docMk/>
          <pc:sldMk cId="1787679670" sldId="260"/>
        </pc:sldMkLst>
      </pc:sldChg>
      <pc:sldChg chg="new del">
        <pc:chgData name="Josué Silva de Morais" userId="f406c2cd-edfc-4057-be10-75858098c663" providerId="ADAL" clId="{DD587564-A78D-4561-8E64-C12CF1DF9BAA}" dt="2026-04-06T09:31:28.605" v="14"/>
        <pc:sldMkLst>
          <pc:docMk/>
          <pc:sldMk cId="2734410726" sldId="261"/>
        </pc:sldMkLst>
      </pc:sldChg>
      <pc:sldChg chg="new del">
        <pc:chgData name="Josué Silva de Morais" userId="f406c2cd-edfc-4057-be10-75858098c663" providerId="ADAL" clId="{DD587564-A78D-4561-8E64-C12CF1DF9BAA}" dt="2026-04-06T09:31:35.582" v="18"/>
        <pc:sldMkLst>
          <pc:docMk/>
          <pc:sldMk cId="2328488308" sldId="262"/>
        </pc:sldMkLst>
      </pc:sldChg>
      <pc:sldChg chg="add del">
        <pc:chgData name="Josué Silva de Morais" userId="f406c2cd-edfc-4057-be10-75858098c663" providerId="ADAL" clId="{DD587564-A78D-4561-8E64-C12CF1DF9BAA}" dt="2026-04-06T09:31:22.385" v="12"/>
        <pc:sldMkLst>
          <pc:docMk/>
          <pc:sldMk cId="592064170" sldId="263"/>
        </pc:sldMkLst>
      </pc:sldChg>
      <pc:sldChg chg="add">
        <pc:chgData name="Josué Silva de Morais" userId="f406c2cd-edfc-4057-be10-75858098c663" providerId="ADAL" clId="{DD587564-A78D-4561-8E64-C12CF1DF9BAA}" dt="2026-04-06T09:31:22.383" v="11"/>
        <pc:sldMkLst>
          <pc:docMk/>
          <pc:sldMk cId="3343422246" sldId="264"/>
        </pc:sldMkLst>
      </pc:sldChg>
      <pc:sldChg chg="add del">
        <pc:chgData name="Josué Silva de Morais" userId="f406c2cd-edfc-4057-be10-75858098c663" providerId="ADAL" clId="{DD587564-A78D-4561-8E64-C12CF1DF9BAA}" dt="2026-04-06T09:31:30.714" v="16"/>
        <pc:sldMkLst>
          <pc:docMk/>
          <pc:sldMk cId="2560203509" sldId="265"/>
        </pc:sldMkLst>
      </pc:sldChg>
      <pc:sldChg chg="add">
        <pc:chgData name="Josué Silva de Morais" userId="f406c2cd-edfc-4057-be10-75858098c663" providerId="ADAL" clId="{DD587564-A78D-4561-8E64-C12CF1DF9BAA}" dt="2026-04-06T09:31:30.712" v="15"/>
        <pc:sldMkLst>
          <pc:docMk/>
          <pc:sldMk cId="2622216054" sldId="266"/>
        </pc:sldMkLst>
      </pc:sldChg>
      <pc:sldChg chg="add del">
        <pc:chgData name="Josué Silva de Morais" userId="f406c2cd-edfc-4057-be10-75858098c663" providerId="ADAL" clId="{DD587564-A78D-4561-8E64-C12CF1DF9BAA}" dt="2026-04-06T09:31:50.641" v="20"/>
        <pc:sldMkLst>
          <pc:docMk/>
          <pc:sldMk cId="3067157015" sldId="267"/>
        </pc:sldMkLst>
      </pc:sldChg>
      <pc:sldChg chg="add">
        <pc:chgData name="Josué Silva de Morais" userId="f406c2cd-edfc-4057-be10-75858098c663" providerId="ADAL" clId="{DD587564-A78D-4561-8E64-C12CF1DF9BAA}" dt="2026-04-06T09:31:50.640" v="19"/>
        <pc:sldMkLst>
          <pc:docMk/>
          <pc:sldMk cId="711408319" sldId="268"/>
        </pc:sldMkLst>
      </pc:sldChg>
      <pc:sldChg chg="new del">
        <pc:chgData name="Josué Silva de Morais" userId="f406c2cd-edfc-4057-be10-75858098c663" providerId="ADAL" clId="{DD587564-A78D-4561-8E64-C12CF1DF9BAA}" dt="2026-04-06T09:32:08.406" v="26"/>
        <pc:sldMkLst>
          <pc:docMk/>
          <pc:sldMk cId="344481552" sldId="269"/>
        </pc:sldMkLst>
      </pc:sldChg>
      <pc:sldChg chg="new del">
        <pc:chgData name="Josué Silva de Morais" userId="f406c2cd-edfc-4057-be10-75858098c663" providerId="ADAL" clId="{DD587564-A78D-4561-8E64-C12CF1DF9BAA}" dt="2026-04-06T09:32:59.654" v="30"/>
        <pc:sldMkLst>
          <pc:docMk/>
          <pc:sldMk cId="1992940130" sldId="270"/>
        </pc:sldMkLst>
      </pc:sldChg>
      <pc:sldChg chg="new del">
        <pc:chgData name="Josué Silva de Morais" userId="f406c2cd-edfc-4057-be10-75858098c663" providerId="ADAL" clId="{DD587564-A78D-4561-8E64-C12CF1DF9BAA}" dt="2026-04-06T09:33:06.528" v="32"/>
        <pc:sldMkLst>
          <pc:docMk/>
          <pc:sldMk cId="1900563104" sldId="271"/>
        </pc:sldMkLst>
      </pc:sldChg>
      <pc:sldChg chg="new del">
        <pc:chgData name="Josué Silva de Morais" userId="f406c2cd-edfc-4057-be10-75858098c663" providerId="ADAL" clId="{DD587564-A78D-4561-8E64-C12CF1DF9BAA}" dt="2026-04-06T09:33:10.533" v="36"/>
        <pc:sldMkLst>
          <pc:docMk/>
          <pc:sldMk cId="3109584708" sldId="272"/>
        </pc:sldMkLst>
      </pc:sldChg>
      <pc:sldChg chg="add del">
        <pc:chgData name="Josué Silva de Morais" userId="f406c2cd-edfc-4057-be10-75858098c663" providerId="ADAL" clId="{DD587564-A78D-4561-8E64-C12CF1DF9BAA}" dt="2026-04-06T09:32:26.176" v="28"/>
        <pc:sldMkLst>
          <pc:docMk/>
          <pc:sldMk cId="816831084" sldId="273"/>
        </pc:sldMkLst>
      </pc:sldChg>
      <pc:sldChg chg="add">
        <pc:chgData name="Josué Silva de Morais" userId="f406c2cd-edfc-4057-be10-75858098c663" providerId="ADAL" clId="{DD587564-A78D-4561-8E64-C12CF1DF9BAA}" dt="2026-04-06T09:32:26.173" v="27"/>
        <pc:sldMkLst>
          <pc:docMk/>
          <pc:sldMk cId="2363648210" sldId="274"/>
        </pc:sldMkLst>
      </pc:sldChg>
      <pc:sldChg chg="add">
        <pc:chgData name="Josué Silva de Morais" userId="f406c2cd-edfc-4057-be10-75858098c663" providerId="ADAL" clId="{DD587564-A78D-4561-8E64-C12CF1DF9BAA}" dt="2026-04-06T09:32:59.652" v="29"/>
        <pc:sldMkLst>
          <pc:docMk/>
          <pc:sldMk cId="2645228942" sldId="275"/>
        </pc:sldMkLst>
      </pc:sldChg>
      <pc:sldChg chg="add del">
        <pc:chgData name="Josué Silva de Morais" userId="f406c2cd-edfc-4057-be10-75858098c663" providerId="ADAL" clId="{DD587564-A78D-4561-8E64-C12CF1DF9BAA}" dt="2026-04-06T09:33:08.314" v="34"/>
        <pc:sldMkLst>
          <pc:docMk/>
          <pc:sldMk cId="1460183908" sldId="276"/>
        </pc:sldMkLst>
      </pc:sldChg>
      <pc:sldChg chg="add">
        <pc:chgData name="Josué Silva de Morais" userId="f406c2cd-edfc-4057-be10-75858098c663" providerId="ADAL" clId="{DD587564-A78D-4561-8E64-C12CF1DF9BAA}" dt="2026-04-06T09:33:08.312" v="33"/>
        <pc:sldMkLst>
          <pc:docMk/>
          <pc:sldMk cId="497863925" sldId="277"/>
        </pc:sldMkLst>
      </pc:sldChg>
      <pc:sldChg chg="add del">
        <pc:chgData name="Josué Silva de Morais" userId="f406c2cd-edfc-4057-be10-75858098c663" providerId="ADAL" clId="{DD587564-A78D-4561-8E64-C12CF1DF9BAA}" dt="2026-04-06T09:33:27.811" v="38"/>
        <pc:sldMkLst>
          <pc:docMk/>
          <pc:sldMk cId="331750859" sldId="278"/>
        </pc:sldMkLst>
      </pc:sldChg>
      <pc:sldChg chg="add">
        <pc:chgData name="Josué Silva de Morais" userId="f406c2cd-edfc-4057-be10-75858098c663" providerId="ADAL" clId="{DD587564-A78D-4561-8E64-C12CF1DF9BAA}" dt="2026-04-06T09:33:27.808" v="37"/>
        <pc:sldMkLst>
          <pc:docMk/>
          <pc:sldMk cId="210326428" sldId="279"/>
        </pc:sldMkLst>
      </pc:sldChg>
      <pc:sldChg chg="new del">
        <pc:chgData name="Josué Silva de Morais" userId="f406c2cd-edfc-4057-be10-75858098c663" providerId="ADAL" clId="{DD587564-A78D-4561-8E64-C12CF1DF9BAA}" dt="2026-04-06T09:34:08.567" v="44"/>
        <pc:sldMkLst>
          <pc:docMk/>
          <pc:sldMk cId="1318568048" sldId="280"/>
        </pc:sldMkLst>
      </pc:sldChg>
      <pc:sldChg chg="new del">
        <pc:chgData name="Josué Silva de Morais" userId="f406c2cd-edfc-4057-be10-75858098c663" providerId="ADAL" clId="{DD587564-A78D-4561-8E64-C12CF1DF9BAA}" dt="2026-04-06T09:34:33.532" v="50"/>
        <pc:sldMkLst>
          <pc:docMk/>
          <pc:sldMk cId="495223478" sldId="281"/>
        </pc:sldMkLst>
      </pc:sldChg>
      <pc:sldChg chg="new del">
        <pc:chgData name="Josué Silva de Morais" userId="f406c2cd-edfc-4057-be10-75858098c663" providerId="ADAL" clId="{DD587564-A78D-4561-8E64-C12CF1DF9BAA}" dt="2026-04-06T09:34:39.251" v="54"/>
        <pc:sldMkLst>
          <pc:docMk/>
          <pc:sldMk cId="1555132139" sldId="282"/>
        </pc:sldMkLst>
      </pc:sldChg>
      <pc:sldChg chg="new del">
        <pc:chgData name="Josué Silva de Morais" userId="f406c2cd-edfc-4057-be10-75858098c663" providerId="ADAL" clId="{DD587564-A78D-4561-8E64-C12CF1DF9BAA}" dt="2026-04-06T09:35:33.624" v="58"/>
        <pc:sldMkLst>
          <pc:docMk/>
          <pc:sldMk cId="2264186770" sldId="283"/>
        </pc:sldMkLst>
      </pc:sldChg>
      <pc:sldChg chg="add del">
        <pc:chgData name="Josué Silva de Morais" userId="f406c2cd-edfc-4057-be10-75858098c663" providerId="ADAL" clId="{DD587564-A78D-4561-8E64-C12CF1DF9BAA}" dt="2026-04-06T09:34:18.117" v="46"/>
        <pc:sldMkLst>
          <pc:docMk/>
          <pc:sldMk cId="1799418976" sldId="284"/>
        </pc:sldMkLst>
      </pc:sldChg>
      <pc:sldChg chg="add del">
        <pc:chgData name="Josué Silva de Morais" userId="f406c2cd-edfc-4057-be10-75858098c663" providerId="ADAL" clId="{DD587564-A78D-4561-8E64-C12CF1DF9BAA}" dt="2026-04-06T09:34:28.315" v="48"/>
        <pc:sldMkLst>
          <pc:docMk/>
          <pc:sldMk cId="1035948145" sldId="285"/>
        </pc:sldMkLst>
      </pc:sldChg>
      <pc:sldChg chg="add">
        <pc:chgData name="Josué Silva de Morais" userId="f406c2cd-edfc-4057-be10-75858098c663" providerId="ADAL" clId="{DD587564-A78D-4561-8E64-C12CF1DF9BAA}" dt="2026-04-06T09:34:28.313" v="47"/>
        <pc:sldMkLst>
          <pc:docMk/>
          <pc:sldMk cId="4182815293" sldId="286"/>
        </pc:sldMkLst>
      </pc:sldChg>
      <pc:sldChg chg="add del">
        <pc:chgData name="Josué Silva de Morais" userId="f406c2cd-edfc-4057-be10-75858098c663" providerId="ADAL" clId="{DD587564-A78D-4561-8E64-C12CF1DF9BAA}" dt="2026-04-06T09:34:35.212" v="52"/>
        <pc:sldMkLst>
          <pc:docMk/>
          <pc:sldMk cId="2216124721" sldId="287"/>
        </pc:sldMkLst>
      </pc:sldChg>
      <pc:sldChg chg="add">
        <pc:chgData name="Josué Silva de Morais" userId="f406c2cd-edfc-4057-be10-75858098c663" providerId="ADAL" clId="{DD587564-A78D-4561-8E64-C12CF1DF9BAA}" dt="2026-04-06T09:34:35.209" v="51"/>
        <pc:sldMkLst>
          <pc:docMk/>
          <pc:sldMk cId="1541781715" sldId="288"/>
        </pc:sldMkLst>
      </pc:sldChg>
      <pc:sldChg chg="add del">
        <pc:chgData name="Josué Silva de Morais" userId="f406c2cd-edfc-4057-be10-75858098c663" providerId="ADAL" clId="{DD587564-A78D-4561-8E64-C12CF1DF9BAA}" dt="2026-04-06T09:34:59.078" v="56"/>
        <pc:sldMkLst>
          <pc:docMk/>
          <pc:sldMk cId="365110089" sldId="289"/>
        </pc:sldMkLst>
      </pc:sldChg>
      <pc:sldChg chg="add">
        <pc:chgData name="Josué Silva de Morais" userId="f406c2cd-edfc-4057-be10-75858098c663" providerId="ADAL" clId="{DD587564-A78D-4561-8E64-C12CF1DF9BAA}" dt="2026-04-06T09:34:59.076" v="55"/>
        <pc:sldMkLst>
          <pc:docMk/>
          <pc:sldMk cId="3919308954" sldId="290"/>
        </pc:sldMkLst>
      </pc:sldChg>
      <pc:sldChg chg="add del">
        <pc:chgData name="Josué Silva de Morais" userId="f406c2cd-edfc-4057-be10-75858098c663" providerId="ADAL" clId="{DD587564-A78D-4561-8E64-C12CF1DF9BAA}" dt="2026-04-06T11:27:47.076" v="394"/>
        <pc:sldMkLst>
          <pc:docMk/>
          <pc:sldMk cId="3354484907" sldId="291"/>
        </pc:sldMkLst>
      </pc:sldChg>
      <pc:sldChg chg="new del">
        <pc:chgData name="Josué Silva de Morais" userId="f406c2cd-edfc-4057-be10-75858098c663" providerId="ADAL" clId="{DD587564-A78D-4561-8E64-C12CF1DF9BAA}" dt="2026-04-06T09:35:52.326" v="64"/>
        <pc:sldMkLst>
          <pc:docMk/>
          <pc:sldMk cId="3048716931" sldId="292"/>
        </pc:sldMkLst>
      </pc:sldChg>
      <pc:sldChg chg="new del">
        <pc:chgData name="Josué Silva de Morais" userId="f406c2cd-edfc-4057-be10-75858098c663" providerId="ADAL" clId="{DD587564-A78D-4561-8E64-C12CF1DF9BAA}" dt="2026-04-06T09:35:56.531" v="68"/>
        <pc:sldMkLst>
          <pc:docMk/>
          <pc:sldMk cId="2562396334" sldId="293"/>
        </pc:sldMkLst>
      </pc:sldChg>
      <pc:sldChg chg="new del">
        <pc:chgData name="Josué Silva de Morais" userId="f406c2cd-edfc-4057-be10-75858098c663" providerId="ADAL" clId="{DD587564-A78D-4561-8E64-C12CF1DF9BAA}" dt="2026-04-06T09:37:01.105" v="72"/>
        <pc:sldMkLst>
          <pc:docMk/>
          <pc:sldMk cId="3791745144" sldId="294"/>
        </pc:sldMkLst>
      </pc:sldChg>
      <pc:sldChg chg="new del">
        <pc:chgData name="Josué Silva de Morais" userId="f406c2cd-edfc-4057-be10-75858098c663" providerId="ADAL" clId="{DD587564-A78D-4561-8E64-C12CF1DF9BAA}" dt="2026-04-06T09:37:07.288" v="74"/>
        <pc:sldMkLst>
          <pc:docMk/>
          <pc:sldMk cId="506842576" sldId="295"/>
        </pc:sldMkLst>
      </pc:sldChg>
      <pc:sldChg chg="add del">
        <pc:chgData name="Josué Silva de Morais" userId="f406c2cd-edfc-4057-be10-75858098c663" providerId="ADAL" clId="{DD587564-A78D-4561-8E64-C12CF1DF9BAA}" dt="2026-04-06T09:35:54.513" v="66"/>
        <pc:sldMkLst>
          <pc:docMk/>
          <pc:sldMk cId="778450341" sldId="296"/>
        </pc:sldMkLst>
      </pc:sldChg>
      <pc:sldChg chg="add">
        <pc:chgData name="Josué Silva de Morais" userId="f406c2cd-edfc-4057-be10-75858098c663" providerId="ADAL" clId="{DD587564-A78D-4561-8E64-C12CF1DF9BAA}" dt="2026-04-06T09:35:54.511" v="65"/>
        <pc:sldMkLst>
          <pc:docMk/>
          <pc:sldMk cId="175383760" sldId="297"/>
        </pc:sldMkLst>
      </pc:sldChg>
      <pc:sldChg chg="add del">
        <pc:chgData name="Josué Silva de Morais" userId="f406c2cd-edfc-4057-be10-75858098c663" providerId="ADAL" clId="{DD587564-A78D-4561-8E64-C12CF1DF9BAA}" dt="2026-04-06T09:36:16.607" v="70"/>
        <pc:sldMkLst>
          <pc:docMk/>
          <pc:sldMk cId="3048954777" sldId="298"/>
        </pc:sldMkLst>
      </pc:sldChg>
      <pc:sldChg chg="add">
        <pc:chgData name="Josué Silva de Morais" userId="f406c2cd-edfc-4057-be10-75858098c663" providerId="ADAL" clId="{DD587564-A78D-4561-8E64-C12CF1DF9BAA}" dt="2026-04-06T09:36:16.605" v="69"/>
        <pc:sldMkLst>
          <pc:docMk/>
          <pc:sldMk cId="1024654987" sldId="299"/>
        </pc:sldMkLst>
      </pc:sldChg>
      <pc:sldChg chg="add">
        <pc:chgData name="Josué Silva de Morais" userId="f406c2cd-edfc-4057-be10-75858098c663" providerId="ADAL" clId="{DD587564-A78D-4561-8E64-C12CF1DF9BAA}" dt="2026-04-06T09:37:01.103" v="71"/>
        <pc:sldMkLst>
          <pc:docMk/>
          <pc:sldMk cId="2756052939" sldId="300"/>
        </pc:sldMkLst>
      </pc:sldChg>
      <pc:sldChg chg="add del">
        <pc:chgData name="Josué Silva de Morais" userId="f406c2cd-edfc-4057-be10-75858098c663" providerId="ADAL" clId="{DD587564-A78D-4561-8E64-C12CF1DF9BAA}" dt="2026-04-06T09:37:24.633" v="76"/>
        <pc:sldMkLst>
          <pc:docMk/>
          <pc:sldMk cId="4283040229" sldId="301"/>
        </pc:sldMkLst>
      </pc:sldChg>
      <pc:sldChg chg="add">
        <pc:chgData name="Josué Silva de Morais" userId="f406c2cd-edfc-4057-be10-75858098c663" providerId="ADAL" clId="{DD587564-A78D-4561-8E64-C12CF1DF9BAA}" dt="2026-04-06T09:37:24.631" v="75"/>
        <pc:sldMkLst>
          <pc:docMk/>
          <pc:sldMk cId="1234971676" sldId="302"/>
        </pc:sldMkLst>
      </pc:sldChg>
      <pc:sldChg chg="new del">
        <pc:chgData name="Josué Silva de Morais" userId="f406c2cd-edfc-4057-be10-75858098c663" providerId="ADAL" clId="{DD587564-A78D-4561-8E64-C12CF1DF9BAA}" dt="2026-04-06T09:37:50.932" v="82"/>
        <pc:sldMkLst>
          <pc:docMk/>
          <pc:sldMk cId="4138902642" sldId="303"/>
        </pc:sldMkLst>
      </pc:sldChg>
      <pc:sldChg chg="new del">
        <pc:chgData name="Josué Silva de Morais" userId="f406c2cd-edfc-4057-be10-75858098c663" providerId="ADAL" clId="{DD587564-A78D-4561-8E64-C12CF1DF9BAA}" dt="2026-04-06T09:37:57.572" v="86"/>
        <pc:sldMkLst>
          <pc:docMk/>
          <pc:sldMk cId="559680093" sldId="304"/>
        </pc:sldMkLst>
      </pc:sldChg>
      <pc:sldChg chg="new del">
        <pc:chgData name="Josué Silva de Morais" userId="f406c2cd-edfc-4057-be10-75858098c663" providerId="ADAL" clId="{DD587564-A78D-4561-8E64-C12CF1DF9BAA}" dt="2026-04-06T11:20:46.136" v="90"/>
        <pc:sldMkLst>
          <pc:docMk/>
          <pc:sldMk cId="396188732" sldId="305"/>
        </pc:sldMkLst>
      </pc:sldChg>
      <pc:sldChg chg="new del">
        <pc:chgData name="Josué Silva de Morais" userId="f406c2cd-edfc-4057-be10-75858098c663" providerId="ADAL" clId="{DD587564-A78D-4561-8E64-C12CF1DF9BAA}" dt="2026-04-06T11:21:03.381" v="92"/>
        <pc:sldMkLst>
          <pc:docMk/>
          <pc:sldMk cId="1095533191" sldId="306"/>
        </pc:sldMkLst>
      </pc:sldChg>
      <pc:sldChg chg="add del">
        <pc:chgData name="Josué Silva de Morais" userId="f406c2cd-edfc-4057-be10-75858098c663" providerId="ADAL" clId="{DD587564-A78D-4561-8E64-C12CF1DF9BAA}" dt="2026-04-06T09:37:53.117" v="84"/>
        <pc:sldMkLst>
          <pc:docMk/>
          <pc:sldMk cId="3617536329" sldId="307"/>
        </pc:sldMkLst>
      </pc:sldChg>
      <pc:sldChg chg="add">
        <pc:chgData name="Josué Silva de Morais" userId="f406c2cd-edfc-4057-be10-75858098c663" providerId="ADAL" clId="{DD587564-A78D-4561-8E64-C12CF1DF9BAA}" dt="2026-04-06T09:37:53.114" v="83"/>
        <pc:sldMkLst>
          <pc:docMk/>
          <pc:sldMk cId="653613439" sldId="308"/>
        </pc:sldMkLst>
      </pc:sldChg>
      <pc:sldChg chg="add del">
        <pc:chgData name="Josué Silva de Morais" userId="f406c2cd-edfc-4057-be10-75858098c663" providerId="ADAL" clId="{DD587564-A78D-4561-8E64-C12CF1DF9BAA}" dt="2026-04-06T09:38:18.989" v="88"/>
        <pc:sldMkLst>
          <pc:docMk/>
          <pc:sldMk cId="3794667327" sldId="309"/>
        </pc:sldMkLst>
      </pc:sldChg>
      <pc:sldChg chg="add">
        <pc:chgData name="Josué Silva de Morais" userId="f406c2cd-edfc-4057-be10-75858098c663" providerId="ADAL" clId="{DD587564-A78D-4561-8E64-C12CF1DF9BAA}" dt="2026-04-06T09:38:18.986" v="87"/>
        <pc:sldMkLst>
          <pc:docMk/>
          <pc:sldMk cId="4053903918" sldId="310"/>
        </pc:sldMkLst>
      </pc:sldChg>
      <pc:sldChg chg="add">
        <pc:chgData name="Josué Silva de Morais" userId="f406c2cd-edfc-4057-be10-75858098c663" providerId="ADAL" clId="{DD587564-A78D-4561-8E64-C12CF1DF9BAA}" dt="2026-04-06T11:20:46.133" v="89"/>
        <pc:sldMkLst>
          <pc:docMk/>
          <pc:sldMk cId="4041658998" sldId="311"/>
        </pc:sldMkLst>
      </pc:sldChg>
      <pc:sldChg chg="add del">
        <pc:chgData name="Josué Silva de Morais" userId="f406c2cd-edfc-4057-be10-75858098c663" providerId="ADAL" clId="{DD587564-A78D-4561-8E64-C12CF1DF9BAA}" dt="2026-04-06T11:21:28.318" v="94"/>
        <pc:sldMkLst>
          <pc:docMk/>
          <pc:sldMk cId="1827059697" sldId="312"/>
        </pc:sldMkLst>
      </pc:sldChg>
      <pc:sldChg chg="modSp add mod">
        <pc:chgData name="Josué Silva de Morais" userId="f406c2cd-edfc-4057-be10-75858098c663" providerId="ADAL" clId="{DD587564-A78D-4561-8E64-C12CF1DF9BAA}" dt="2026-04-06T11:21:28.346" v="95" actId="27636"/>
        <pc:sldMkLst>
          <pc:docMk/>
          <pc:sldMk cId="1105969147" sldId="313"/>
        </pc:sldMkLst>
        <pc:spChg chg="mod">
          <ac:chgData name="Josué Silva de Morais" userId="f406c2cd-edfc-4057-be10-75858098c663" providerId="ADAL" clId="{DD587564-A78D-4561-8E64-C12CF1DF9BAA}" dt="2026-04-06T11:21:28.346" v="95" actId="27636"/>
          <ac:spMkLst>
            <pc:docMk/>
            <pc:sldMk cId="1105969147" sldId="313"/>
            <ac:spMk id="3" creationId="{59A82A60-ED66-AE12-C0EA-492528E8C2F9}"/>
          </ac:spMkLst>
        </pc:spChg>
      </pc:sldChg>
      <pc:sldChg chg="new del">
        <pc:chgData name="Josué Silva de Morais" userId="f406c2cd-edfc-4057-be10-75858098c663" providerId="ADAL" clId="{DD587564-A78D-4561-8E64-C12CF1DF9BAA}" dt="2026-04-06T11:21:48.361" v="101"/>
        <pc:sldMkLst>
          <pc:docMk/>
          <pc:sldMk cId="649311861" sldId="314"/>
        </pc:sldMkLst>
      </pc:sldChg>
      <pc:sldChg chg="addSp modSp new mod">
        <pc:chgData name="Josué Silva de Morais" userId="f406c2cd-edfc-4057-be10-75858098c663" providerId="ADAL" clId="{DD587564-A78D-4561-8E64-C12CF1DF9BAA}" dt="2026-04-06T11:22:14.429" v="352"/>
        <pc:sldMkLst>
          <pc:docMk/>
          <pc:sldMk cId="1565071518" sldId="315"/>
        </pc:sldMkLst>
        <pc:spChg chg="add mod">
          <ac:chgData name="Josué Silva de Morais" userId="f406c2cd-edfc-4057-be10-75858098c663" providerId="ADAL" clId="{DD587564-A78D-4561-8E64-C12CF1DF9BAA}" dt="2026-04-06T11:22:14.250" v="108"/>
          <ac:spMkLst>
            <pc:docMk/>
            <pc:sldMk cId="1565071518" sldId="315"/>
            <ac:spMk id="2" creationId="{2C2034F1-7877-437D-92EF-0CA175A7E81A}"/>
          </ac:spMkLst>
        </pc:spChg>
        <pc:spChg chg="add mod">
          <ac:chgData name="Josué Silva de Morais" userId="f406c2cd-edfc-4057-be10-75858098c663" providerId="ADAL" clId="{DD587564-A78D-4561-8E64-C12CF1DF9BAA}" dt="2026-04-06T11:22:14.392" v="300"/>
          <ac:spMkLst>
            <pc:docMk/>
            <pc:sldMk cId="1565071518" sldId="315"/>
            <ac:spMk id="5" creationId="{EAB99205-93CE-4C3F-8895-5C93531AAAB5}"/>
          </ac:spMkLst>
        </pc:spChg>
        <pc:spChg chg="add mod">
          <ac:chgData name="Josué Silva de Morais" userId="f406c2cd-edfc-4057-be10-75858098c663" providerId="ADAL" clId="{DD587564-A78D-4561-8E64-C12CF1DF9BAA}" dt="2026-04-06T11:22:14.397" v="304"/>
          <ac:spMkLst>
            <pc:docMk/>
            <pc:sldMk cId="1565071518" sldId="315"/>
            <ac:spMk id="6" creationId="{D68CAE48-A28A-4BAE-BF70-A51D7C0A210A}"/>
          </ac:spMkLst>
        </pc:spChg>
        <pc:spChg chg="add mod">
          <ac:chgData name="Josué Silva de Morais" userId="f406c2cd-edfc-4057-be10-75858098c663" providerId="ADAL" clId="{DD587564-A78D-4561-8E64-C12CF1DF9BAA}" dt="2026-04-06T11:22:14.407" v="309"/>
          <ac:spMkLst>
            <pc:docMk/>
            <pc:sldMk cId="1565071518" sldId="315"/>
            <ac:spMk id="7" creationId="{9A1CD4DF-71D7-412B-A7FF-1FEB387841E3}"/>
          </ac:spMkLst>
        </pc:spChg>
        <pc:spChg chg="add mod">
          <ac:chgData name="Josué Silva de Morais" userId="f406c2cd-edfc-4057-be10-75858098c663" providerId="ADAL" clId="{DD587564-A78D-4561-8E64-C12CF1DF9BAA}" dt="2026-04-06T11:22:14.410" v="313"/>
          <ac:spMkLst>
            <pc:docMk/>
            <pc:sldMk cId="1565071518" sldId="315"/>
            <ac:spMk id="8" creationId="{852A1470-D689-4063-B6A7-CD6FA971F4FB}"/>
          </ac:spMkLst>
        </pc:spChg>
        <pc:spChg chg="add mod">
          <ac:chgData name="Josué Silva de Morais" userId="f406c2cd-edfc-4057-be10-75858098c663" providerId="ADAL" clId="{DD587564-A78D-4561-8E64-C12CF1DF9BAA}" dt="2026-04-06T11:22:14.411" v="317"/>
          <ac:spMkLst>
            <pc:docMk/>
            <pc:sldMk cId="1565071518" sldId="315"/>
            <ac:spMk id="9" creationId="{CB93133E-6A76-4857-95EF-09149B56C55D}"/>
          </ac:spMkLst>
        </pc:spChg>
        <pc:spChg chg="add mod">
          <ac:chgData name="Josué Silva de Morais" userId="f406c2cd-edfc-4057-be10-75858098c663" providerId="ADAL" clId="{DD587564-A78D-4561-8E64-C12CF1DF9BAA}" dt="2026-04-06T11:22:14.414" v="322"/>
          <ac:spMkLst>
            <pc:docMk/>
            <pc:sldMk cId="1565071518" sldId="315"/>
            <ac:spMk id="10" creationId="{95DC077B-4F24-4C41-901C-2A510788CFE2}"/>
          </ac:spMkLst>
        </pc:spChg>
        <pc:spChg chg="add mod">
          <ac:chgData name="Josué Silva de Morais" userId="f406c2cd-edfc-4057-be10-75858098c663" providerId="ADAL" clId="{DD587564-A78D-4561-8E64-C12CF1DF9BAA}" dt="2026-04-06T11:22:14.416" v="326"/>
          <ac:spMkLst>
            <pc:docMk/>
            <pc:sldMk cId="1565071518" sldId="315"/>
            <ac:spMk id="11" creationId="{393D9B6E-CE26-4229-8168-A7BF668F2DF1}"/>
          </ac:spMkLst>
        </pc:spChg>
        <pc:spChg chg="add mod">
          <ac:chgData name="Josué Silva de Morais" userId="f406c2cd-edfc-4057-be10-75858098c663" providerId="ADAL" clId="{DD587564-A78D-4561-8E64-C12CF1DF9BAA}" dt="2026-04-06T11:22:14.418" v="330"/>
          <ac:spMkLst>
            <pc:docMk/>
            <pc:sldMk cId="1565071518" sldId="315"/>
            <ac:spMk id="12" creationId="{5A648F01-8BD8-4DCC-B381-82A4F3EA5ACD}"/>
          </ac:spMkLst>
        </pc:spChg>
        <pc:spChg chg="add mod">
          <ac:chgData name="Josué Silva de Morais" userId="f406c2cd-edfc-4057-be10-75858098c663" providerId="ADAL" clId="{DD587564-A78D-4561-8E64-C12CF1DF9BAA}" dt="2026-04-06T11:22:14.420" v="335"/>
          <ac:spMkLst>
            <pc:docMk/>
            <pc:sldMk cId="1565071518" sldId="315"/>
            <ac:spMk id="13" creationId="{F6B9EB0C-43F3-4784-8D82-1D7B35FBF78E}"/>
          </ac:spMkLst>
        </pc:spChg>
        <pc:spChg chg="add mod">
          <ac:chgData name="Josué Silva de Morais" userId="f406c2cd-edfc-4057-be10-75858098c663" providerId="ADAL" clId="{DD587564-A78D-4561-8E64-C12CF1DF9BAA}" dt="2026-04-06T11:22:14.422" v="339"/>
          <ac:spMkLst>
            <pc:docMk/>
            <pc:sldMk cId="1565071518" sldId="315"/>
            <ac:spMk id="14" creationId="{498AAB70-F988-4BC0-B5A2-8C095E27AA24}"/>
          </ac:spMkLst>
        </pc:spChg>
        <pc:spChg chg="add mod">
          <ac:chgData name="Josué Silva de Morais" userId="f406c2cd-edfc-4057-be10-75858098c663" providerId="ADAL" clId="{DD587564-A78D-4561-8E64-C12CF1DF9BAA}" dt="2026-04-06T11:22:14.424" v="343"/>
          <ac:spMkLst>
            <pc:docMk/>
            <pc:sldMk cId="1565071518" sldId="315"/>
            <ac:spMk id="15" creationId="{443CEBEC-7AF2-424E-A98F-01204CD3E48A}"/>
          </ac:spMkLst>
        </pc:spChg>
        <pc:spChg chg="add mod">
          <ac:chgData name="Josué Silva de Morais" userId="f406c2cd-edfc-4057-be10-75858098c663" providerId="ADAL" clId="{DD587564-A78D-4561-8E64-C12CF1DF9BAA}" dt="2026-04-06T11:22:14.427" v="348"/>
          <ac:spMkLst>
            <pc:docMk/>
            <pc:sldMk cId="1565071518" sldId="315"/>
            <ac:spMk id="16" creationId="{72E9EF1F-8788-43B0-B584-4DDA4FCF17D2}"/>
          </ac:spMkLst>
        </pc:spChg>
        <pc:spChg chg="add mod">
          <ac:chgData name="Josué Silva de Morais" userId="f406c2cd-edfc-4057-be10-75858098c663" providerId="ADAL" clId="{DD587564-A78D-4561-8E64-C12CF1DF9BAA}" dt="2026-04-06T11:22:14.429" v="352"/>
          <ac:spMkLst>
            <pc:docMk/>
            <pc:sldMk cId="1565071518" sldId="315"/>
            <ac:spMk id="17" creationId="{8A5C18E0-0707-4B62-80BC-04ECF31B1BB3}"/>
          </ac:spMkLst>
        </pc:spChg>
        <pc:graphicFrameChg chg="add modGraphic">
          <ac:chgData name="Josué Silva de Morais" userId="f406c2cd-edfc-4057-be10-75858098c663" providerId="ADAL" clId="{DD587564-A78D-4561-8E64-C12CF1DF9BAA}" dt="2026-04-06T11:22:14.382" v="295"/>
          <ac:graphicFrameMkLst>
            <pc:docMk/>
            <pc:sldMk cId="1565071518" sldId="315"/>
            <ac:graphicFrameMk id="4" creationId="{342F13CA-B567-436F-80D8-834CF91CE9C8}"/>
          </ac:graphicFrameMkLst>
        </pc:graphicFrameChg>
      </pc:sldChg>
      <pc:sldChg chg="new del">
        <pc:chgData name="Josué Silva de Morais" userId="f406c2cd-edfc-4057-be10-75858098c663" providerId="ADAL" clId="{DD587564-A78D-4561-8E64-C12CF1DF9BAA}" dt="2026-04-06T11:22:19.770" v="354"/>
        <pc:sldMkLst>
          <pc:docMk/>
          <pc:sldMk cId="2044551015" sldId="316"/>
        </pc:sldMkLst>
      </pc:sldChg>
      <pc:sldChg chg="new del">
        <pc:chgData name="Josué Silva de Morais" userId="f406c2cd-edfc-4057-be10-75858098c663" providerId="ADAL" clId="{DD587564-A78D-4561-8E64-C12CF1DF9BAA}" dt="2026-04-06T11:22:23.656" v="358"/>
        <pc:sldMkLst>
          <pc:docMk/>
          <pc:sldMk cId="1131623333" sldId="317"/>
        </pc:sldMkLst>
      </pc:sldChg>
      <pc:sldChg chg="add del">
        <pc:chgData name="Josué Silva de Morais" userId="f406c2cd-edfc-4057-be10-75858098c663" providerId="ADAL" clId="{DD587564-A78D-4561-8E64-C12CF1DF9BAA}" dt="2026-04-06T11:21:50.566" v="103"/>
        <pc:sldMkLst>
          <pc:docMk/>
          <pc:sldMk cId="3288773167" sldId="318"/>
        </pc:sldMkLst>
      </pc:sldChg>
      <pc:sldChg chg="add">
        <pc:chgData name="Josué Silva de Morais" userId="f406c2cd-edfc-4057-be10-75858098c663" providerId="ADAL" clId="{DD587564-A78D-4561-8E64-C12CF1DF9BAA}" dt="2026-04-06T11:21:50.563" v="102"/>
        <pc:sldMkLst>
          <pc:docMk/>
          <pc:sldMk cId="2220530315" sldId="319"/>
        </pc:sldMkLst>
      </pc:sldChg>
      <pc:sldChg chg="add del">
        <pc:chgData name="Josué Silva de Morais" userId="f406c2cd-edfc-4057-be10-75858098c663" providerId="ADAL" clId="{DD587564-A78D-4561-8E64-C12CF1DF9BAA}" dt="2026-04-06T11:22:21.381" v="356"/>
        <pc:sldMkLst>
          <pc:docMk/>
          <pc:sldMk cId="1833114394" sldId="320"/>
        </pc:sldMkLst>
      </pc:sldChg>
      <pc:sldChg chg="add">
        <pc:chgData name="Josué Silva de Morais" userId="f406c2cd-edfc-4057-be10-75858098c663" providerId="ADAL" clId="{DD587564-A78D-4561-8E64-C12CF1DF9BAA}" dt="2026-04-06T11:22:21.378" v="355"/>
        <pc:sldMkLst>
          <pc:docMk/>
          <pc:sldMk cId="932599440" sldId="321"/>
        </pc:sldMkLst>
      </pc:sldChg>
      <pc:sldChg chg="add del">
        <pc:chgData name="Josué Silva de Morais" userId="f406c2cd-edfc-4057-be10-75858098c663" providerId="ADAL" clId="{DD587564-A78D-4561-8E64-C12CF1DF9BAA}" dt="2026-04-06T11:22:45.521" v="360"/>
        <pc:sldMkLst>
          <pc:docMk/>
          <pc:sldMk cId="3084280663" sldId="322"/>
        </pc:sldMkLst>
      </pc:sldChg>
      <pc:sldChg chg="modSp add mod">
        <pc:chgData name="Josué Silva de Morais" userId="f406c2cd-edfc-4057-be10-75858098c663" providerId="ADAL" clId="{DD587564-A78D-4561-8E64-C12CF1DF9BAA}" dt="2026-04-06T11:22:45.542" v="361" actId="27636"/>
        <pc:sldMkLst>
          <pc:docMk/>
          <pc:sldMk cId="2927058873" sldId="323"/>
        </pc:sldMkLst>
        <pc:spChg chg="mod">
          <ac:chgData name="Josué Silva de Morais" userId="f406c2cd-edfc-4057-be10-75858098c663" providerId="ADAL" clId="{DD587564-A78D-4561-8E64-C12CF1DF9BAA}" dt="2026-04-06T11:22:45.542" v="361" actId="27636"/>
          <ac:spMkLst>
            <pc:docMk/>
            <pc:sldMk cId="2927058873" sldId="323"/>
            <ac:spMk id="3" creationId="{EA8D1F66-95C5-6551-804D-D5151B0D3124}"/>
          </ac:spMkLst>
        </pc:spChg>
      </pc:sldChg>
      <pc:sldChg chg="new del">
        <pc:chgData name="Josué Silva de Morais" userId="f406c2cd-edfc-4057-be10-75858098c663" providerId="ADAL" clId="{DD587564-A78D-4561-8E64-C12CF1DF9BAA}" dt="2026-04-06T11:23:09.391" v="367"/>
        <pc:sldMkLst>
          <pc:docMk/>
          <pc:sldMk cId="1264142126" sldId="324"/>
        </pc:sldMkLst>
      </pc:sldChg>
      <pc:sldChg chg="new del">
        <pc:chgData name="Josué Silva de Morais" userId="f406c2cd-edfc-4057-be10-75858098c663" providerId="ADAL" clId="{DD587564-A78D-4561-8E64-C12CF1DF9BAA}" dt="2026-04-06T11:23:50.680" v="371"/>
        <pc:sldMkLst>
          <pc:docMk/>
          <pc:sldMk cId="2205777632" sldId="325"/>
        </pc:sldMkLst>
      </pc:sldChg>
      <pc:sldChg chg="new del">
        <pc:chgData name="Josué Silva de Morais" userId="f406c2cd-edfc-4057-be10-75858098c663" providerId="ADAL" clId="{DD587564-A78D-4561-8E64-C12CF1DF9BAA}" dt="2026-04-06T11:24:29.860" v="373"/>
        <pc:sldMkLst>
          <pc:docMk/>
          <pc:sldMk cId="3617947724" sldId="326"/>
        </pc:sldMkLst>
      </pc:sldChg>
      <pc:sldChg chg="new del">
        <pc:chgData name="Josué Silva de Morais" userId="f406c2cd-edfc-4057-be10-75858098c663" providerId="ADAL" clId="{DD587564-A78D-4561-8E64-C12CF1DF9BAA}" dt="2026-04-06T11:25:09.170" v="375"/>
        <pc:sldMkLst>
          <pc:docMk/>
          <pc:sldMk cId="1192813092" sldId="327"/>
        </pc:sldMkLst>
      </pc:sldChg>
      <pc:sldChg chg="add del">
        <pc:chgData name="Josué Silva de Morais" userId="f406c2cd-edfc-4057-be10-75858098c663" providerId="ADAL" clId="{DD587564-A78D-4561-8E64-C12CF1DF9BAA}" dt="2026-04-06T11:23:11.043" v="369"/>
        <pc:sldMkLst>
          <pc:docMk/>
          <pc:sldMk cId="1172646651" sldId="328"/>
        </pc:sldMkLst>
      </pc:sldChg>
      <pc:sldChg chg="add">
        <pc:chgData name="Josué Silva de Morais" userId="f406c2cd-edfc-4057-be10-75858098c663" providerId="ADAL" clId="{DD587564-A78D-4561-8E64-C12CF1DF9BAA}" dt="2026-04-06T11:23:11.041" v="368"/>
        <pc:sldMkLst>
          <pc:docMk/>
          <pc:sldMk cId="3686546220" sldId="329"/>
        </pc:sldMkLst>
      </pc:sldChg>
      <pc:sldChg chg="add">
        <pc:chgData name="Josué Silva de Morais" userId="f406c2cd-edfc-4057-be10-75858098c663" providerId="ADAL" clId="{DD587564-A78D-4561-8E64-C12CF1DF9BAA}" dt="2026-04-06T11:23:50.678" v="370"/>
        <pc:sldMkLst>
          <pc:docMk/>
          <pc:sldMk cId="2625882555" sldId="330"/>
        </pc:sldMkLst>
      </pc:sldChg>
      <pc:sldChg chg="add">
        <pc:chgData name="Josué Silva de Morais" userId="f406c2cd-edfc-4057-be10-75858098c663" providerId="ADAL" clId="{DD587564-A78D-4561-8E64-C12CF1DF9BAA}" dt="2026-04-06T11:24:29.858" v="372"/>
        <pc:sldMkLst>
          <pc:docMk/>
          <pc:sldMk cId="3200582608" sldId="331"/>
        </pc:sldMkLst>
      </pc:sldChg>
      <pc:sldChg chg="add">
        <pc:chgData name="Josué Silva de Morais" userId="f406c2cd-edfc-4057-be10-75858098c663" providerId="ADAL" clId="{DD587564-A78D-4561-8E64-C12CF1DF9BAA}" dt="2026-04-06T11:25:09.167" v="374"/>
        <pc:sldMkLst>
          <pc:docMk/>
          <pc:sldMk cId="1162074513" sldId="332"/>
        </pc:sldMkLst>
      </pc:sldChg>
      <pc:sldChg chg="new del">
        <pc:chgData name="Josué Silva de Morais" userId="f406c2cd-edfc-4057-be10-75858098c663" providerId="ADAL" clId="{DD587564-A78D-4561-8E64-C12CF1DF9BAA}" dt="2026-04-06T11:25:44.015" v="381"/>
        <pc:sldMkLst>
          <pc:docMk/>
          <pc:sldMk cId="913804476" sldId="333"/>
        </pc:sldMkLst>
      </pc:sldChg>
      <pc:sldChg chg="new del">
        <pc:chgData name="Josué Silva de Morais" userId="f406c2cd-edfc-4057-be10-75858098c663" providerId="ADAL" clId="{DD587564-A78D-4561-8E64-C12CF1DF9BAA}" dt="2026-04-06T11:26:24.065" v="385"/>
        <pc:sldMkLst>
          <pc:docMk/>
          <pc:sldMk cId="1494132847" sldId="334"/>
        </pc:sldMkLst>
      </pc:sldChg>
      <pc:sldChg chg="new del">
        <pc:chgData name="Josué Silva de Morais" userId="f406c2cd-edfc-4057-be10-75858098c663" providerId="ADAL" clId="{DD587564-A78D-4561-8E64-C12CF1DF9BAA}" dt="2026-04-06T11:26:29.303" v="387"/>
        <pc:sldMkLst>
          <pc:docMk/>
          <pc:sldMk cId="323364385" sldId="335"/>
        </pc:sldMkLst>
      </pc:sldChg>
      <pc:sldChg chg="new del">
        <pc:chgData name="Josué Silva de Morais" userId="f406c2cd-edfc-4057-be10-75858098c663" providerId="ADAL" clId="{DD587564-A78D-4561-8E64-C12CF1DF9BAA}" dt="2026-04-06T11:27:24.204" v="392"/>
        <pc:sldMkLst>
          <pc:docMk/>
          <pc:sldMk cId="67640763" sldId="336"/>
        </pc:sldMkLst>
      </pc:sldChg>
      <pc:sldChg chg="add del">
        <pc:chgData name="Josué Silva de Morais" userId="f406c2cd-edfc-4057-be10-75858098c663" providerId="ADAL" clId="{DD587564-A78D-4561-8E64-C12CF1DF9BAA}" dt="2026-04-06T11:25:46.378" v="383"/>
        <pc:sldMkLst>
          <pc:docMk/>
          <pc:sldMk cId="1397522852" sldId="337"/>
        </pc:sldMkLst>
      </pc:sldChg>
      <pc:sldChg chg="add">
        <pc:chgData name="Josué Silva de Morais" userId="f406c2cd-edfc-4057-be10-75858098c663" providerId="ADAL" clId="{DD587564-A78D-4561-8E64-C12CF1DF9BAA}" dt="2026-04-06T11:25:46.375" v="382"/>
        <pc:sldMkLst>
          <pc:docMk/>
          <pc:sldMk cId="1901533712" sldId="338"/>
        </pc:sldMkLst>
      </pc:sldChg>
      <pc:sldChg chg="add del">
        <pc:chgData name="Josué Silva de Morais" userId="f406c2cd-edfc-4057-be10-75858098c663" providerId="ADAL" clId="{DD587564-A78D-4561-8E64-C12CF1DF9BAA}" dt="2026-04-06T11:28:45.536" v="396"/>
        <pc:sldMkLst>
          <pc:docMk/>
          <pc:sldMk cId="842498423" sldId="339"/>
        </pc:sldMkLst>
      </pc:sldChg>
      <pc:sldChg chg="add del">
        <pc:chgData name="Josué Silva de Morais" userId="f406c2cd-edfc-4057-be10-75858098c663" providerId="ADAL" clId="{DD587564-A78D-4561-8E64-C12CF1DF9BAA}" dt="2026-04-06T11:26:50.914" v="389"/>
        <pc:sldMkLst>
          <pc:docMk/>
          <pc:sldMk cId="590363757" sldId="340"/>
        </pc:sldMkLst>
      </pc:sldChg>
      <pc:sldChg chg="modSp add mod">
        <pc:chgData name="Josué Silva de Morais" userId="f406c2cd-edfc-4057-be10-75858098c663" providerId="ADAL" clId="{DD587564-A78D-4561-8E64-C12CF1DF9BAA}" dt="2026-04-06T11:26:50.944" v="390" actId="27636"/>
        <pc:sldMkLst>
          <pc:docMk/>
          <pc:sldMk cId="4254358960" sldId="341"/>
        </pc:sldMkLst>
        <pc:spChg chg="mod">
          <ac:chgData name="Josué Silva de Morais" userId="f406c2cd-edfc-4057-be10-75858098c663" providerId="ADAL" clId="{DD587564-A78D-4561-8E64-C12CF1DF9BAA}" dt="2026-04-06T11:26:50.944" v="390" actId="27636"/>
          <ac:spMkLst>
            <pc:docMk/>
            <pc:sldMk cId="4254358960" sldId="341"/>
            <ac:spMk id="3" creationId="{BDE894D8-047D-4753-CA9F-AEE4C073F7F1}"/>
          </ac:spMkLst>
        </pc:spChg>
      </pc:sldChg>
      <pc:sldChg chg="add">
        <pc:chgData name="Josué Silva de Morais" userId="f406c2cd-edfc-4057-be10-75858098c663" providerId="ADAL" clId="{DD587564-A78D-4561-8E64-C12CF1DF9BAA}" dt="2026-04-06T11:27:24.201" v="391"/>
        <pc:sldMkLst>
          <pc:docMk/>
          <pc:sldMk cId="1022346922" sldId="342"/>
        </pc:sldMkLst>
      </pc:sldChg>
      <pc:sldChg chg="add">
        <pc:chgData name="Josué Silva de Morais" userId="f406c2cd-edfc-4057-be10-75858098c663" providerId="ADAL" clId="{DD587564-A78D-4561-8E64-C12CF1DF9BAA}" dt="2026-04-06T11:27:47.071" v="393"/>
        <pc:sldMkLst>
          <pc:docMk/>
          <pc:sldMk cId="2632884318" sldId="343"/>
        </pc:sldMkLst>
      </pc:sldChg>
      <pc:sldChg chg="add">
        <pc:chgData name="Josué Silva de Morais" userId="f406c2cd-edfc-4057-be10-75858098c663" providerId="ADAL" clId="{DD587564-A78D-4561-8E64-C12CF1DF9BAA}" dt="2026-04-06T11:28:45.531" v="395"/>
        <pc:sldMkLst>
          <pc:docMk/>
          <pc:sldMk cId="1640975200" sldId="344"/>
        </pc:sldMkLst>
      </pc:sldChg>
      <pc:sldChg chg="add">
        <pc:chgData name="Josué Silva de Morais" userId="f406c2cd-edfc-4057-be10-75858098c663" providerId="ADAL" clId="{DD587564-A78D-4561-8E64-C12CF1DF9BAA}" dt="2026-04-06T11:29:56.566" v="397"/>
        <pc:sldMkLst>
          <pc:docMk/>
          <pc:sldMk cId="4080460929" sldId="345"/>
        </pc:sldMkLst>
      </pc:sldChg>
      <pc:sldMasterChg chg="del delSldLayout">
        <pc:chgData name="Josué Silva de Morais" userId="f406c2cd-edfc-4057-be10-75858098c663" providerId="ADAL" clId="{DD587564-A78D-4561-8E64-C12CF1DF9BAA}" dt="2026-04-06T09:30:19.316" v="1"/>
        <pc:sldMasterMkLst>
          <pc:docMk/>
          <pc:sldMasterMk cId="1733814904" sldId="2147483648"/>
        </pc:sldMasterMkLst>
        <pc:sldLayoutChg chg="del">
          <pc:chgData name="Josué Silva de Morais" userId="f406c2cd-edfc-4057-be10-75858098c663" providerId="ADAL" clId="{DD587564-A78D-4561-8E64-C12CF1DF9BAA}" dt="2026-04-06T09:30:19.316" v="1"/>
          <pc:sldLayoutMkLst>
            <pc:docMk/>
            <pc:sldMasterMk cId="1733814904" sldId="2147483648"/>
            <pc:sldLayoutMk cId="875642693" sldId="2147483649"/>
          </pc:sldLayoutMkLst>
        </pc:sldLayoutChg>
        <pc:sldLayoutChg chg="del">
          <pc:chgData name="Josué Silva de Morais" userId="f406c2cd-edfc-4057-be10-75858098c663" providerId="ADAL" clId="{DD587564-A78D-4561-8E64-C12CF1DF9BAA}" dt="2026-04-06T09:30:19.316" v="1"/>
          <pc:sldLayoutMkLst>
            <pc:docMk/>
            <pc:sldMasterMk cId="1733814904" sldId="2147483648"/>
            <pc:sldLayoutMk cId="1318177176" sldId="2147483650"/>
          </pc:sldLayoutMkLst>
        </pc:sldLayoutChg>
        <pc:sldLayoutChg chg="del">
          <pc:chgData name="Josué Silva de Morais" userId="f406c2cd-edfc-4057-be10-75858098c663" providerId="ADAL" clId="{DD587564-A78D-4561-8E64-C12CF1DF9BAA}" dt="2026-04-06T09:30:19.316" v="1"/>
          <pc:sldLayoutMkLst>
            <pc:docMk/>
            <pc:sldMasterMk cId="1733814904" sldId="2147483648"/>
            <pc:sldLayoutMk cId="1809716415" sldId="2147483651"/>
          </pc:sldLayoutMkLst>
        </pc:sldLayoutChg>
        <pc:sldLayoutChg chg="del">
          <pc:chgData name="Josué Silva de Morais" userId="f406c2cd-edfc-4057-be10-75858098c663" providerId="ADAL" clId="{DD587564-A78D-4561-8E64-C12CF1DF9BAA}" dt="2026-04-06T09:30:19.316" v="1"/>
          <pc:sldLayoutMkLst>
            <pc:docMk/>
            <pc:sldMasterMk cId="1733814904" sldId="2147483648"/>
            <pc:sldLayoutMk cId="1094691798" sldId="2147483652"/>
          </pc:sldLayoutMkLst>
        </pc:sldLayoutChg>
        <pc:sldLayoutChg chg="del">
          <pc:chgData name="Josué Silva de Morais" userId="f406c2cd-edfc-4057-be10-75858098c663" providerId="ADAL" clId="{DD587564-A78D-4561-8E64-C12CF1DF9BAA}" dt="2026-04-06T09:30:19.316" v="1"/>
          <pc:sldLayoutMkLst>
            <pc:docMk/>
            <pc:sldMasterMk cId="1733814904" sldId="2147483648"/>
            <pc:sldLayoutMk cId="2508707996" sldId="2147483653"/>
          </pc:sldLayoutMkLst>
        </pc:sldLayoutChg>
        <pc:sldLayoutChg chg="del">
          <pc:chgData name="Josué Silva de Morais" userId="f406c2cd-edfc-4057-be10-75858098c663" providerId="ADAL" clId="{DD587564-A78D-4561-8E64-C12CF1DF9BAA}" dt="2026-04-06T09:30:19.316" v="1"/>
          <pc:sldLayoutMkLst>
            <pc:docMk/>
            <pc:sldMasterMk cId="1733814904" sldId="2147483648"/>
            <pc:sldLayoutMk cId="2123905118" sldId="2147483654"/>
          </pc:sldLayoutMkLst>
        </pc:sldLayoutChg>
        <pc:sldLayoutChg chg="del">
          <pc:chgData name="Josué Silva de Morais" userId="f406c2cd-edfc-4057-be10-75858098c663" providerId="ADAL" clId="{DD587564-A78D-4561-8E64-C12CF1DF9BAA}" dt="2026-04-06T09:30:19.316" v="1"/>
          <pc:sldLayoutMkLst>
            <pc:docMk/>
            <pc:sldMasterMk cId="1733814904" sldId="2147483648"/>
            <pc:sldLayoutMk cId="1367075560" sldId="2147483655"/>
          </pc:sldLayoutMkLst>
        </pc:sldLayoutChg>
        <pc:sldLayoutChg chg="del">
          <pc:chgData name="Josué Silva de Morais" userId="f406c2cd-edfc-4057-be10-75858098c663" providerId="ADAL" clId="{DD587564-A78D-4561-8E64-C12CF1DF9BAA}" dt="2026-04-06T09:30:19.316" v="1"/>
          <pc:sldLayoutMkLst>
            <pc:docMk/>
            <pc:sldMasterMk cId="1733814904" sldId="2147483648"/>
            <pc:sldLayoutMk cId="3987783364" sldId="2147483656"/>
          </pc:sldLayoutMkLst>
        </pc:sldLayoutChg>
        <pc:sldLayoutChg chg="del">
          <pc:chgData name="Josué Silva de Morais" userId="f406c2cd-edfc-4057-be10-75858098c663" providerId="ADAL" clId="{DD587564-A78D-4561-8E64-C12CF1DF9BAA}" dt="2026-04-06T09:30:19.316" v="1"/>
          <pc:sldLayoutMkLst>
            <pc:docMk/>
            <pc:sldMasterMk cId="1733814904" sldId="2147483648"/>
            <pc:sldLayoutMk cId="644750417" sldId="2147483657"/>
          </pc:sldLayoutMkLst>
        </pc:sldLayoutChg>
        <pc:sldLayoutChg chg="del">
          <pc:chgData name="Josué Silva de Morais" userId="f406c2cd-edfc-4057-be10-75858098c663" providerId="ADAL" clId="{DD587564-A78D-4561-8E64-C12CF1DF9BAA}" dt="2026-04-06T09:30:19.316" v="1"/>
          <pc:sldLayoutMkLst>
            <pc:docMk/>
            <pc:sldMasterMk cId="1733814904" sldId="2147483648"/>
            <pc:sldLayoutMk cId="417033709" sldId="2147483658"/>
          </pc:sldLayoutMkLst>
        </pc:sldLayoutChg>
        <pc:sldLayoutChg chg="del">
          <pc:chgData name="Josué Silva de Morais" userId="f406c2cd-edfc-4057-be10-75858098c663" providerId="ADAL" clId="{DD587564-A78D-4561-8E64-C12CF1DF9BAA}" dt="2026-04-06T09:30:19.316" v="1"/>
          <pc:sldLayoutMkLst>
            <pc:docMk/>
            <pc:sldMasterMk cId="1733814904" sldId="2147483648"/>
            <pc:sldLayoutMk cId="1769047181" sldId="2147483659"/>
          </pc:sldLayoutMkLst>
        </pc:sldLayoutChg>
      </pc:sldMasterChg>
      <pc:sldMasterChg chg="add addSldLayout">
        <pc:chgData name="Josué Silva de Morais" userId="f406c2cd-edfc-4057-be10-75858098c663" providerId="ADAL" clId="{DD587564-A78D-4561-8E64-C12CF1DF9BAA}" dt="2026-04-06T09:30:19.295" v="0"/>
        <pc:sldMasterMkLst>
          <pc:docMk/>
          <pc:sldMasterMk cId="1733814904" sldId="2147483660"/>
        </pc:sldMasterMkLst>
        <pc:sldLayoutChg chg="add">
          <pc:chgData name="Josué Silva de Morais" userId="f406c2cd-edfc-4057-be10-75858098c663" providerId="ADAL" clId="{DD587564-A78D-4561-8E64-C12CF1DF9BAA}" dt="2026-04-06T09:30:19.295" v="0"/>
          <pc:sldLayoutMkLst>
            <pc:docMk/>
            <pc:sldMasterMk cId="1733814904" sldId="2147483660"/>
            <pc:sldLayoutMk cId="875642693" sldId="2147483661"/>
          </pc:sldLayoutMkLst>
        </pc:sldLayoutChg>
        <pc:sldLayoutChg chg="add">
          <pc:chgData name="Josué Silva de Morais" userId="f406c2cd-edfc-4057-be10-75858098c663" providerId="ADAL" clId="{DD587564-A78D-4561-8E64-C12CF1DF9BAA}" dt="2026-04-06T09:30:19.295" v="0"/>
          <pc:sldLayoutMkLst>
            <pc:docMk/>
            <pc:sldMasterMk cId="1733814904" sldId="2147483660"/>
            <pc:sldLayoutMk cId="1318177176" sldId="2147483662"/>
          </pc:sldLayoutMkLst>
        </pc:sldLayoutChg>
        <pc:sldLayoutChg chg="add">
          <pc:chgData name="Josué Silva de Morais" userId="f406c2cd-edfc-4057-be10-75858098c663" providerId="ADAL" clId="{DD587564-A78D-4561-8E64-C12CF1DF9BAA}" dt="2026-04-06T09:30:19.295" v="0"/>
          <pc:sldLayoutMkLst>
            <pc:docMk/>
            <pc:sldMasterMk cId="1733814904" sldId="2147483660"/>
            <pc:sldLayoutMk cId="1809716415" sldId="2147483663"/>
          </pc:sldLayoutMkLst>
        </pc:sldLayoutChg>
        <pc:sldLayoutChg chg="add">
          <pc:chgData name="Josué Silva de Morais" userId="f406c2cd-edfc-4057-be10-75858098c663" providerId="ADAL" clId="{DD587564-A78D-4561-8E64-C12CF1DF9BAA}" dt="2026-04-06T09:30:19.295" v="0"/>
          <pc:sldLayoutMkLst>
            <pc:docMk/>
            <pc:sldMasterMk cId="1733814904" sldId="2147483660"/>
            <pc:sldLayoutMk cId="1094691798" sldId="2147483664"/>
          </pc:sldLayoutMkLst>
        </pc:sldLayoutChg>
        <pc:sldLayoutChg chg="add">
          <pc:chgData name="Josué Silva de Morais" userId="f406c2cd-edfc-4057-be10-75858098c663" providerId="ADAL" clId="{DD587564-A78D-4561-8E64-C12CF1DF9BAA}" dt="2026-04-06T09:30:19.295" v="0"/>
          <pc:sldLayoutMkLst>
            <pc:docMk/>
            <pc:sldMasterMk cId="1733814904" sldId="2147483660"/>
            <pc:sldLayoutMk cId="2508707996" sldId="2147483665"/>
          </pc:sldLayoutMkLst>
        </pc:sldLayoutChg>
        <pc:sldLayoutChg chg="add">
          <pc:chgData name="Josué Silva de Morais" userId="f406c2cd-edfc-4057-be10-75858098c663" providerId="ADAL" clId="{DD587564-A78D-4561-8E64-C12CF1DF9BAA}" dt="2026-04-06T09:30:19.295" v="0"/>
          <pc:sldLayoutMkLst>
            <pc:docMk/>
            <pc:sldMasterMk cId="1733814904" sldId="2147483660"/>
            <pc:sldLayoutMk cId="2123905118" sldId="2147483666"/>
          </pc:sldLayoutMkLst>
        </pc:sldLayoutChg>
        <pc:sldLayoutChg chg="add">
          <pc:chgData name="Josué Silva de Morais" userId="f406c2cd-edfc-4057-be10-75858098c663" providerId="ADAL" clId="{DD587564-A78D-4561-8E64-C12CF1DF9BAA}" dt="2026-04-06T09:30:19.295" v="0"/>
          <pc:sldLayoutMkLst>
            <pc:docMk/>
            <pc:sldMasterMk cId="1733814904" sldId="2147483660"/>
            <pc:sldLayoutMk cId="1367075560" sldId="2147483667"/>
          </pc:sldLayoutMkLst>
        </pc:sldLayoutChg>
        <pc:sldLayoutChg chg="add">
          <pc:chgData name="Josué Silva de Morais" userId="f406c2cd-edfc-4057-be10-75858098c663" providerId="ADAL" clId="{DD587564-A78D-4561-8E64-C12CF1DF9BAA}" dt="2026-04-06T09:30:19.295" v="0"/>
          <pc:sldLayoutMkLst>
            <pc:docMk/>
            <pc:sldMasterMk cId="1733814904" sldId="2147483660"/>
            <pc:sldLayoutMk cId="3987783364" sldId="2147483668"/>
          </pc:sldLayoutMkLst>
        </pc:sldLayoutChg>
        <pc:sldLayoutChg chg="add">
          <pc:chgData name="Josué Silva de Morais" userId="f406c2cd-edfc-4057-be10-75858098c663" providerId="ADAL" clId="{DD587564-A78D-4561-8E64-C12CF1DF9BAA}" dt="2026-04-06T09:30:19.295" v="0"/>
          <pc:sldLayoutMkLst>
            <pc:docMk/>
            <pc:sldMasterMk cId="1733814904" sldId="2147483660"/>
            <pc:sldLayoutMk cId="644750417" sldId="2147483669"/>
          </pc:sldLayoutMkLst>
        </pc:sldLayoutChg>
        <pc:sldLayoutChg chg="add">
          <pc:chgData name="Josué Silva de Morais" userId="f406c2cd-edfc-4057-be10-75858098c663" providerId="ADAL" clId="{DD587564-A78D-4561-8E64-C12CF1DF9BAA}" dt="2026-04-06T09:30:19.295" v="0"/>
          <pc:sldLayoutMkLst>
            <pc:docMk/>
            <pc:sldMasterMk cId="1733814904" sldId="2147483660"/>
            <pc:sldLayoutMk cId="417033709" sldId="2147483670"/>
          </pc:sldLayoutMkLst>
        </pc:sldLayoutChg>
        <pc:sldLayoutChg chg="add">
          <pc:chgData name="Josué Silva de Morais" userId="f406c2cd-edfc-4057-be10-75858098c663" providerId="ADAL" clId="{DD587564-A78D-4561-8E64-C12CF1DF9BAA}" dt="2026-04-06T09:30:19.295" v="0"/>
          <pc:sldLayoutMkLst>
            <pc:docMk/>
            <pc:sldMasterMk cId="1733814904" sldId="2147483660"/>
            <pc:sldLayoutMk cId="1769047181" sldId="214748367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CBA8C0-1D76-679F-72F2-FF7BF6BAA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8553408-4A31-806A-87EB-4FE34C6413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F6AFCA4-10C7-80B1-A1A5-41EC6E48C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3F9-F74D-4B26-829C-583D7711FFB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AAD107-F8A5-23AC-3AF8-BEF48A4A1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1BCB274-3B9E-D831-E321-609C1F5C9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FCBB-D82B-45C0-B3BC-E850727EC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5642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080B0-FA4B-8DA3-00C4-14A62A513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996601-0D09-B2DA-BCBB-DDAD88F62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E1B2E0-03B9-B794-AD4A-3B289CA1B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3F9-F74D-4B26-829C-583D7711FFB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4BF4F7B-A912-1046-307F-F3C1B474B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01FEEDC-CF3E-9577-EC80-7BB9D60E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FCBB-D82B-45C0-B3BC-E850727EC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8177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6F9DF0-50AE-E32A-30C3-C35F9036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084DB9-668E-577F-AA3C-F79C346726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B17FB7-C309-CC6E-0BA0-54733D5AC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3F9-F74D-4B26-829C-583D7711FFB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669AD29-5DBB-D34A-872B-AF94E0F5E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4ACE22E-2484-D6BB-CF62-BD37ABADC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FCBB-D82B-45C0-B3BC-E850727EC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9716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E0841B-2CD1-1509-FF23-59C42531F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B48A2F-4B03-EA4D-5772-3F1BF5C26E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CF62DC-A9F5-DE23-2EC1-8328BAF58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66EA8E-F86F-3521-EC6D-ECE765C32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3F9-F74D-4B26-829C-583D7711FFB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BCAD405-86EA-C124-DB44-700D107E2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ACDC89-4971-B395-85BE-A5EF40C1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FCBB-D82B-45C0-B3BC-E850727EC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4691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497B1C-B687-2213-57CA-3AAAD6C7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A33823-1944-29FF-E5D2-E1D9667B67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D62274-D812-D521-8D16-83CF83B029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9C1BEA2-10AB-3B2B-A9FF-2F55849E37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0CB74E2-432A-54F1-EBB5-CB664C309C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5A427C5-6370-B6A5-FFAA-AEB8BAA4D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3F9-F74D-4B26-829C-583D7711FFB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9683E54-6BBB-72DA-DA57-4E7E4C316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1D6A5E8-29FB-27F0-2EFA-0A1A4D561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FCBB-D82B-45C0-B3BC-E850727EC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8707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A03E63-50A1-AC5C-6744-549B66612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F6656BB-C38E-8ADA-2536-8B34E2E28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3F9-F74D-4B26-829C-583D7711FFB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FF7747A-00C0-41F9-BC40-14832DAFF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919C8C5-5B37-51EA-7382-68540B6BC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FCBB-D82B-45C0-B3BC-E850727EC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3905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6399C2B-ADD8-947B-2036-A00D8474A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3F9-F74D-4B26-829C-583D7711FFB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E3FAADF-6AC6-7377-A0AD-1702A7AE1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9B29259-8EAA-F51E-28EF-CE9BF5097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FCBB-D82B-45C0-B3BC-E850727EC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7075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A54089-1E8D-081C-8CC8-0DAF975B4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FE73E4-C559-9FB9-043A-93A7480F11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C9ED451-7E3D-C273-BD0A-69AD8AF8C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916E913-6A3A-9A52-DCA4-B082FE04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3F9-F74D-4B26-829C-583D7711FFB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1B47BA5-1A38-65F6-7858-B038A5111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25A6B9-42BF-E107-E0CF-36A60644C3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FCBB-D82B-45C0-B3BC-E850727EC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7783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7A1A38-3826-9350-FF40-66512FE62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47C4ED9-5A22-F49F-1282-4C4D449560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F26730A-CCF2-7583-920F-C448642E43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E68195-C24D-C728-3E8B-4E09987CD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3F9-F74D-4B26-829C-583D7711FFB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D42826-90C0-6D86-5F14-0CBF3ECF3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77CCC35-9409-F2EC-7CAE-DBCD270DC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FCBB-D82B-45C0-B3BC-E850727EC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4750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565D57-05A6-0792-A7E7-BBC70A5E4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DA8810E-32CB-5A0B-0A8E-975FED6B2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43440C1-5E99-1709-F13D-16F0F47E1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3F9-F74D-4B26-829C-583D7711FFB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AC5615-CD7A-D65A-32F6-5DF17620B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A3A17D-9F1D-1881-66A3-68C0F89E5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FCBB-D82B-45C0-B3BC-E850727EC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70337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A17E510-8ADC-5B61-072B-EA78BCAFD2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D99BD80-3349-8736-59A3-C4A14ECFF4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4B939F-B1B3-1032-8B5D-9688103FE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BF03F9-F74D-4B26-829C-583D7711FFB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C68BA54-5F11-B8BC-3345-D949469A2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7CA0F01-DBF8-5F54-0B30-862F2E8E9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7FCBB-D82B-45C0-B3BC-E850727EC3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9047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923"/>
            </a:gs>
            <a:gs pos="100000">
              <a:srgbClr val="0A1219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8D9DEF7-7ECC-91ED-DAF2-E0BDEC2B2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90A0D61-DF92-349D-ED29-35F6E0C65F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FF8C66-946C-9B3E-5E67-15799D764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BF03F9-F74D-4B26-829C-583D7711FFB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2F87025-3EC1-5137-6A6F-9B27EA75A4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7002C2-508C-5AA6-3686-3E70F5269C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77FCBB-D82B-45C0-B3BC-E850727EC3C8}" type="slidenum">
              <a:rPr lang="pt-BR" smtClean="0"/>
              <a:t>‹nº›</a:t>
            </a:fld>
            <a:endParaRPr lang="pt-BR"/>
          </a:p>
        </p:txBody>
      </p:sp>
      <p:sp>
        <p:nvSpPr>
          <p:cNvPr id="900" name="BottomAccent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gradFill>
            <a:gsLst>
              <a:gs pos="0">
                <a:srgbClr val="00D4AA"/>
              </a:gs>
              <a:gs pos="50000">
                <a:srgbClr val="3B82F6"/>
              </a:gs>
              <a:gs pos="100000">
                <a:srgbClr val="8B5CF6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01" name="CornerAccent"/>
          <p:cNvSpPr/>
          <p:nvPr userDrawn="1"/>
        </p:nvSpPr>
        <p:spPr>
          <a:xfrm flipH="1">
            <a:off x="10972800" y="0"/>
            <a:ext cx="1219200" cy="1219200"/>
          </a:xfrm>
          <a:prstGeom prst="rtTriangle">
            <a:avLst/>
          </a:prstGeom>
          <a:solidFill>
            <a:srgbClr val="00D4AA">
              <a:alpha val="8000"/>
            </a:srgbClr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3814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E8ECF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C0CAD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C0CAD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C0CAD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0CAD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C0CAD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rgbClr val="A0AEC0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A0AEC0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A0AEC0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A0AEC0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A0AEC0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A9AC3-0B7A-A2A6-5785-00DCC9CB24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3600" b="1" dirty="0">
                <a:solidFill>
                  <a:srgbClr val="00D4AA"/>
                </a:solidFill>
              </a:rPr>
              <a:t>Geração de Sinais Analógicos</a:t>
            </a:r>
          </a:p>
          <a:p>
            <a:pPr algn="ctr">
              <a:buNone/>
            </a:pPr>
            <a:r>
              <a:rPr lang="pt-BR" sz="3600" b="1" dirty="0">
                <a:solidFill>
                  <a:srgbClr val="E8ECF1"/>
                </a:solidFill>
              </a:rPr>
              <a:t>na ESP32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2B5D2CF-8E29-E891-CBD1-1149A98BCD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A0AEC0"/>
                </a:solidFill>
              </a:rPr>
              <a:t>DAC · PWM · Filtros · Técnicas de Alta Resolução</a:t>
            </a:r>
          </a:p>
          <a:p>
            <a:pPr algn="ctr">
              <a:buNone/>
            </a:pPr>
            <a:r>
              <a:rPr lang="pt-BR" sz="1400" dirty="0">
                <a:solidFill>
                  <a:srgbClr val="8B9DB8"/>
                </a:solidFill>
              </a:rPr>
              <a:t>PlatformIO + ESP32 | Sistemas Embarcados</a:t>
            </a:r>
          </a:p>
        </p:txBody>
      </p:sp>
    </p:spTree>
    <p:extLst>
      <p:ext uri="{BB962C8B-B14F-4D97-AF65-F5344CB8AC3E}">
        <p14:creationId xmlns:p14="http://schemas.microsoft.com/office/powerpoint/2010/main" val="4080460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1E3497-149B-AEF4-D65B-76218A2A6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3200" b="1" dirty="0">
                <a:solidFill>
                  <a:srgbClr val="00D4AA"/>
                </a:solidFill>
              </a:rPr>
              <a:t>Agenda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35C85B-44D4-0D5B-D67F-F4E62323A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Segoe UI"/>
              <a:buAutoNum type="arabicPeriod"/>
            </a:pPr>
            <a:r>
              <a:rPr lang="pt-BR" sz="1600" b="1" dirty="0">
                <a:solidFill>
                  <a:srgbClr val="E8ECF1"/>
                </a:solidFill>
              </a:rPr>
              <a:t>Fundamentos</a:t>
            </a:r>
            <a:r>
              <a:rPr lang="pt-BR" sz="1600" dirty="0">
                <a:solidFill>
                  <a:srgbClr val="A0AEC0"/>
                </a:solidFill>
              </a:rPr>
              <a:t> — Digital vs Analógico, Resolução e Quantização</a:t>
            </a:r>
          </a:p>
          <a:p>
            <a:pPr marL="342900" indent="-342900">
              <a:buFont typeface="Segoe UI"/>
              <a:buAutoNum type="arabicPeriod"/>
            </a:pPr>
            <a:r>
              <a:rPr lang="pt-BR" sz="1600" b="1" dirty="0">
                <a:solidFill>
                  <a:srgbClr val="E8ECF1"/>
                </a:solidFill>
              </a:rPr>
              <a:t>DAC</a:t>
            </a:r>
            <a:r>
              <a:rPr lang="pt-BR" sz="1600" dirty="0">
                <a:solidFill>
                  <a:srgbClr val="A0AEC0"/>
                </a:solidFill>
              </a:rPr>
              <a:t> — Conversor Digital-Analógico na ESP32</a:t>
            </a:r>
          </a:p>
          <a:p>
            <a:pPr marL="342900" indent="-342900">
              <a:buFont typeface="Segoe UI"/>
              <a:buAutoNum type="arabicPeriod"/>
            </a:pPr>
            <a:r>
              <a:rPr lang="pt-BR" sz="1600" b="1" dirty="0">
                <a:solidFill>
                  <a:srgbClr val="E8ECF1"/>
                </a:solidFill>
              </a:rPr>
              <a:t>PWM</a:t>
            </a:r>
            <a:r>
              <a:rPr lang="pt-BR" sz="1600" dirty="0">
                <a:solidFill>
                  <a:srgbClr val="A0AEC0"/>
                </a:solidFill>
              </a:rPr>
              <a:t> — Modulação por Largura de Pulso</a:t>
            </a:r>
          </a:p>
          <a:p>
            <a:pPr marL="342900" indent="-342900">
              <a:buFont typeface="Segoe UI"/>
              <a:buAutoNum type="arabicPeriod"/>
            </a:pPr>
            <a:r>
              <a:rPr lang="pt-BR" sz="1600" b="1" dirty="0">
                <a:solidFill>
                  <a:srgbClr val="E8ECF1"/>
                </a:solidFill>
              </a:rPr>
              <a:t>PWM + Filtro RC</a:t>
            </a:r>
            <a:r>
              <a:rPr lang="pt-BR" sz="1600" dirty="0">
                <a:solidFill>
                  <a:srgbClr val="A0AEC0"/>
                </a:solidFill>
              </a:rPr>
              <a:t> — Reconstrução de Sinal Analógico</a:t>
            </a:r>
          </a:p>
          <a:p>
            <a:pPr marL="342900" indent="-342900">
              <a:buFont typeface="Segoe UI"/>
              <a:buAutoNum type="arabicPeriod"/>
            </a:pPr>
            <a:r>
              <a:rPr lang="pt-BR" sz="1600" b="1" dirty="0">
                <a:solidFill>
                  <a:srgbClr val="E8ECF1"/>
                </a:solidFill>
              </a:rPr>
              <a:t>PWM Dual (2 canais)</a:t>
            </a:r>
            <a:r>
              <a:rPr lang="pt-BR" sz="1600" dirty="0">
                <a:solidFill>
                  <a:srgbClr val="A0AEC0"/>
                </a:solidFill>
              </a:rPr>
              <a:t> — Técnica de Alta Resolução</a:t>
            </a:r>
          </a:p>
          <a:p>
            <a:pPr marL="342900" indent="-342900">
              <a:buFont typeface="Segoe UI"/>
              <a:buAutoNum type="arabicPeriod"/>
            </a:pPr>
            <a:r>
              <a:rPr lang="pt-BR" sz="1600" b="1" dirty="0">
                <a:solidFill>
                  <a:srgbClr val="E8ECF1"/>
                </a:solidFill>
              </a:rPr>
              <a:t>Comparação DAC vs PWM</a:t>
            </a:r>
            <a:r>
              <a:rPr lang="pt-BR" sz="1600" dirty="0">
                <a:solidFill>
                  <a:srgbClr val="A0AEC0"/>
                </a:solidFill>
              </a:rPr>
              <a:t> — Análise Comparativa</a:t>
            </a:r>
          </a:p>
          <a:p>
            <a:pPr marL="342900" indent="-342900">
              <a:buFont typeface="Segoe UI"/>
              <a:buAutoNum type="arabicPeriod"/>
            </a:pPr>
            <a:r>
              <a:rPr lang="pt-BR" sz="1600" b="1" dirty="0">
                <a:solidFill>
                  <a:srgbClr val="E8ECF1"/>
                </a:solidFill>
              </a:rPr>
              <a:t>Código Prático</a:t>
            </a:r>
            <a:r>
              <a:rPr lang="pt-BR" sz="1600" dirty="0">
                <a:solidFill>
                  <a:srgbClr val="A0AEC0"/>
                </a:solidFill>
              </a:rPr>
              <a:t> — PlatformIO + ESP32</a:t>
            </a:r>
          </a:p>
          <a:p>
            <a:pPr marL="342900" indent="-342900">
              <a:buFont typeface="Segoe UI"/>
              <a:buAutoNum type="arabicPeriod"/>
            </a:pPr>
            <a:r>
              <a:rPr lang="pt-BR" sz="1600" b="1" dirty="0">
                <a:solidFill>
                  <a:srgbClr val="E8ECF1"/>
                </a:solidFill>
              </a:rPr>
              <a:t>Aplicações Reais</a:t>
            </a:r>
            <a:r>
              <a:rPr lang="pt-BR" sz="1600" dirty="0">
                <a:solidFill>
                  <a:srgbClr val="A0AEC0"/>
                </a:solidFill>
              </a:rPr>
              <a:t> — Áudio, Motores, Formas de Onda</a:t>
            </a:r>
          </a:p>
        </p:txBody>
      </p:sp>
    </p:spTree>
    <p:extLst>
      <p:ext uri="{BB962C8B-B14F-4D97-AF65-F5344CB8AC3E}">
        <p14:creationId xmlns:p14="http://schemas.microsoft.com/office/powerpoint/2010/main" val="3343422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1DF1DB-9953-31F5-2822-59A2017DC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4000" b="1" dirty="0">
                <a:solidFill>
                  <a:srgbClr val="00D4AA"/>
                </a:solidFill>
              </a:rPr>
              <a:t>01</a:t>
            </a:r>
          </a:p>
          <a:p>
            <a:pPr algn="ctr">
              <a:buNone/>
            </a:pPr>
            <a:r>
              <a:rPr lang="pt-BR" sz="3200" b="1" dirty="0">
                <a:solidFill>
                  <a:srgbClr val="E8ECF1"/>
                </a:solidFill>
              </a:rPr>
              <a:t>Fundamentos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FADB0A-9866-0CBB-7EAF-7894FC55F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A0AEC0"/>
                </a:solidFill>
              </a:rPr>
              <a:t>Digital vs Analógico · Resolução · Quantização</a:t>
            </a:r>
          </a:p>
        </p:txBody>
      </p:sp>
    </p:spTree>
    <p:extLst>
      <p:ext uri="{BB962C8B-B14F-4D97-AF65-F5344CB8AC3E}">
        <p14:creationId xmlns:p14="http://schemas.microsoft.com/office/powerpoint/2010/main" val="2622216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89F09C-9DB9-4FF7-DCC0-8A87DCF8B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E8ECF1"/>
                </a:solidFill>
              </a:rPr>
              <a:t>Sinal Digital vs Analógico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E1B327-5D69-C0DE-1D3B-EF48FD8FA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t-BR" sz="1600" b="1" dirty="0">
                <a:solidFill>
                  <a:srgbClr val="00D4AA"/>
                </a:solidFill>
              </a:rPr>
              <a:t>Sinal Digital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Valores discretos: apenas 0 (LOW) ou 1 (HIGH)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Na ESP32: 0V ou 3.3V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Transições instantâneas entre estados</a:t>
            </a:r>
          </a:p>
          <a:p>
            <a:pPr>
              <a:buNone/>
            </a:pPr>
            <a:r>
              <a:rPr lang="pt-BR" sz="1400" dirty="0">
                <a:solidFill>
                  <a:srgbClr val="0F1923"/>
                </a:solidFill>
              </a:rPr>
              <a:t> </a:t>
            </a:r>
          </a:p>
          <a:p>
            <a:pPr>
              <a:buNone/>
            </a:pPr>
            <a:r>
              <a:rPr lang="pt-BR" sz="1600" b="1" dirty="0">
                <a:solidFill>
                  <a:srgbClr val="3B82F6"/>
                </a:solidFill>
              </a:rPr>
              <a:t>Sinal Analógico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Valores contínuos: qualquer tensão entre 0V e 3.3V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Variação suave e gradual ao longo do tempo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Essencial para áudio, controle de motores, sensores</a:t>
            </a:r>
          </a:p>
          <a:p>
            <a:pPr>
              <a:buNone/>
            </a:pPr>
            <a:r>
              <a:rPr lang="pt-BR" sz="1400" dirty="0">
                <a:solidFill>
                  <a:srgbClr val="0F1923"/>
                </a:solidFill>
              </a:rPr>
              <a:t> </a:t>
            </a:r>
          </a:p>
          <a:p>
            <a:pPr>
              <a:buNone/>
            </a:pPr>
            <a:r>
              <a:rPr lang="pt-BR" sz="1400" b="1" dirty="0">
                <a:solidFill>
                  <a:srgbClr val="F59E0B"/>
                </a:solidFill>
              </a:rPr>
              <a:t>⚠ Desafio:</a:t>
            </a:r>
            <a:r>
              <a:rPr lang="pt-BR" sz="1400" dirty="0">
                <a:solidFill>
                  <a:srgbClr val="A0AEC0"/>
                </a:solidFill>
              </a:rPr>
              <a:t> Microcontroladores são digitais — como gerar saída analógica?</a:t>
            </a:r>
          </a:p>
        </p:txBody>
      </p:sp>
    </p:spTree>
    <p:extLst>
      <p:ext uri="{BB962C8B-B14F-4D97-AF65-F5344CB8AC3E}">
        <p14:creationId xmlns:p14="http://schemas.microsoft.com/office/powerpoint/2010/main" val="711408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3969F4-7C2F-4AD8-1CEA-1AA635875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E8ECF1"/>
                </a:solidFill>
              </a:rPr>
              <a:t>Resolução e Quantização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E1CED9-6C2A-8C85-F101-32580722E0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t-BR" sz="1600" b="1" dirty="0">
                <a:solidFill>
                  <a:srgbClr val="00D4AA"/>
                </a:solidFill>
              </a:rPr>
              <a:t>Resolução (n bits)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Número de níveis discretos = 2ⁿ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8 bits = 256 níveis (DAC da ESP32)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Passo de tensão = V_ref / 2ⁿ = 3.3V / 256 ≈ </a:t>
            </a:r>
            <a:r>
              <a:rPr lang="pt-BR" sz="1400" b="1" dirty="0">
                <a:solidFill>
                  <a:srgbClr val="F59E0B"/>
                </a:solidFill>
              </a:rPr>
              <a:t>12.9 mV</a:t>
            </a:r>
          </a:p>
          <a:p>
            <a:pPr>
              <a:buNone/>
            </a:pPr>
            <a:r>
              <a:rPr lang="pt-BR" sz="1400" dirty="0">
                <a:solidFill>
                  <a:srgbClr val="0F1923"/>
                </a:solidFill>
              </a:rPr>
              <a:t> </a:t>
            </a:r>
          </a:p>
          <a:p>
            <a:pPr>
              <a:buNone/>
            </a:pPr>
            <a:r>
              <a:rPr lang="pt-BR" sz="1600" b="1" dirty="0">
                <a:solidFill>
                  <a:srgbClr val="3B82F6"/>
                </a:solidFill>
              </a:rPr>
              <a:t>Quantização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Processo de mapear valor contínuo para discreto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Erro de quantização = ±½ LSB (±6.45 mV no DAC 8-bit)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Maior resolução → menor erro → melhor fidelidade</a:t>
            </a:r>
          </a:p>
          <a:p>
            <a:pPr>
              <a:buNone/>
            </a:pPr>
            <a:r>
              <a:rPr lang="pt-BR" sz="1400" dirty="0">
                <a:solidFill>
                  <a:srgbClr val="0F1923"/>
                </a:solidFill>
              </a:rPr>
              <a:t> </a:t>
            </a:r>
          </a:p>
          <a:p>
            <a:pPr>
              <a:buNone/>
            </a:pPr>
            <a:r>
              <a:rPr lang="pt-BR" sz="1600" b="1" dirty="0">
                <a:solidFill>
                  <a:srgbClr val="8B5CF6"/>
                </a:solidFill>
              </a:rPr>
              <a:t>Ruído de Quantização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SNR = 6.02n + 1.76 dB → 8 bits ≈ </a:t>
            </a:r>
            <a:r>
              <a:rPr lang="pt-BR" sz="1400" b="1" dirty="0">
                <a:solidFill>
                  <a:srgbClr val="F59E0B"/>
                </a:solidFill>
              </a:rPr>
              <a:t>49.9 dB</a:t>
            </a:r>
          </a:p>
        </p:txBody>
      </p:sp>
    </p:spTree>
    <p:extLst>
      <p:ext uri="{BB962C8B-B14F-4D97-AF65-F5344CB8AC3E}">
        <p14:creationId xmlns:p14="http://schemas.microsoft.com/office/powerpoint/2010/main" val="23636482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635000" y="254000"/>
            <a:ext cx="10922000" cy="635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2800" b="1" dirty="0">
                <a:solidFill>
                  <a:srgbClr val="E8ECF1"/>
                </a:solidFill>
              </a:rPr>
              <a:t>Visualização: Quantização de Sinal</a:t>
            </a:r>
          </a:p>
        </p:txBody>
      </p:sp>
      <p:sp>
        <p:nvSpPr>
          <p:cNvPr id="11" name="AnalogLabel"/>
          <p:cNvSpPr txBox="1"/>
          <p:nvPr/>
        </p:nvSpPr>
        <p:spPr>
          <a:xfrm>
            <a:off x="635000" y="1016000"/>
            <a:ext cx="2540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400" b="1" dirty="0">
                <a:solidFill>
                  <a:srgbClr val="3B82F6"/>
                </a:solidFill>
              </a:rPr>
              <a:t>Sinal Analógico (contínuo)</a:t>
            </a:r>
          </a:p>
        </p:txBody>
      </p:sp>
      <p:sp>
        <p:nvSpPr>
          <p:cNvPr id="20" name="AnalogBg"/>
          <p:cNvSpPr/>
          <p:nvPr/>
        </p:nvSpPr>
        <p:spPr>
          <a:xfrm>
            <a:off x="635000" y="1460500"/>
            <a:ext cx="5080000" cy="2032000"/>
          </a:xfrm>
          <a:prstGeom prst="rect">
            <a:avLst/>
          </a:prstGeom>
          <a:solidFill>
            <a:srgbClr val="131E2D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30" name="Wave0"/>
          <p:cNvSpPr/>
          <p:nvPr/>
        </p:nvSpPr>
        <p:spPr>
          <a:xfrm>
            <a:off x="762000" y="1778000"/>
            <a:ext cx="609600" cy="1016000"/>
          </a:xfrm>
          <a:prstGeom prst="ellipse">
            <a:avLst/>
          </a:prstGeom>
          <a:noFill/>
          <a:ln w="1905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31" name="Wave1"/>
          <p:cNvSpPr/>
          <p:nvPr/>
        </p:nvSpPr>
        <p:spPr>
          <a:xfrm>
            <a:off x="1371600" y="2159000"/>
            <a:ext cx="609600" cy="1016000"/>
          </a:xfrm>
          <a:prstGeom prst="ellipse">
            <a:avLst/>
          </a:prstGeom>
          <a:noFill/>
          <a:ln w="1905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32" name="Wave2"/>
          <p:cNvSpPr/>
          <p:nvPr/>
        </p:nvSpPr>
        <p:spPr>
          <a:xfrm>
            <a:off x="1981200" y="1778000"/>
            <a:ext cx="609600" cy="1016000"/>
          </a:xfrm>
          <a:prstGeom prst="ellipse">
            <a:avLst/>
          </a:prstGeom>
          <a:noFill/>
          <a:ln w="1905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33" name="Wave3"/>
          <p:cNvSpPr/>
          <p:nvPr/>
        </p:nvSpPr>
        <p:spPr>
          <a:xfrm>
            <a:off x="2590800" y="2159000"/>
            <a:ext cx="609600" cy="1016000"/>
          </a:xfrm>
          <a:prstGeom prst="ellipse">
            <a:avLst/>
          </a:prstGeom>
          <a:noFill/>
          <a:ln w="1905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34" name="Wave4"/>
          <p:cNvSpPr/>
          <p:nvPr/>
        </p:nvSpPr>
        <p:spPr>
          <a:xfrm>
            <a:off x="3200400" y="1778000"/>
            <a:ext cx="609600" cy="1016000"/>
          </a:xfrm>
          <a:prstGeom prst="ellipse">
            <a:avLst/>
          </a:prstGeom>
          <a:noFill/>
          <a:ln w="1905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35" name="Wave5"/>
          <p:cNvSpPr/>
          <p:nvPr/>
        </p:nvSpPr>
        <p:spPr>
          <a:xfrm>
            <a:off x="3810000" y="2159000"/>
            <a:ext cx="609600" cy="1016000"/>
          </a:xfrm>
          <a:prstGeom prst="ellipse">
            <a:avLst/>
          </a:prstGeom>
          <a:noFill/>
          <a:ln w="1905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36" name="Wave6"/>
          <p:cNvSpPr/>
          <p:nvPr/>
        </p:nvSpPr>
        <p:spPr>
          <a:xfrm>
            <a:off x="4419600" y="1778000"/>
            <a:ext cx="609600" cy="1016000"/>
          </a:xfrm>
          <a:prstGeom prst="ellipse">
            <a:avLst/>
          </a:prstGeom>
          <a:noFill/>
          <a:ln w="1905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37" name="Wave7"/>
          <p:cNvSpPr/>
          <p:nvPr/>
        </p:nvSpPr>
        <p:spPr>
          <a:xfrm>
            <a:off x="5029200" y="2159000"/>
            <a:ext cx="609600" cy="1016000"/>
          </a:xfrm>
          <a:prstGeom prst="ellipse">
            <a:avLst/>
          </a:prstGeom>
          <a:noFill/>
          <a:ln w="1905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12" name="DigitalLabel"/>
          <p:cNvSpPr txBox="1"/>
          <p:nvPr/>
        </p:nvSpPr>
        <p:spPr>
          <a:xfrm>
            <a:off x="6350000" y="1016000"/>
            <a:ext cx="3175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400" b="1" dirty="0">
                <a:solidFill>
                  <a:srgbClr val="00D4AA"/>
                </a:solidFill>
              </a:rPr>
              <a:t>Sinal Quantizado (discreto)</a:t>
            </a:r>
          </a:p>
        </p:txBody>
      </p:sp>
      <p:sp>
        <p:nvSpPr>
          <p:cNvPr id="40" name="DigitalBg"/>
          <p:cNvSpPr/>
          <p:nvPr/>
        </p:nvSpPr>
        <p:spPr>
          <a:xfrm>
            <a:off x="6350000" y="1460500"/>
            <a:ext cx="5080000" cy="2032000"/>
          </a:xfrm>
          <a:prstGeom prst="rect">
            <a:avLst/>
          </a:prstGeom>
          <a:solidFill>
            <a:srgbClr val="131E2D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50" name="Step0"/>
          <p:cNvSpPr/>
          <p:nvPr/>
        </p:nvSpPr>
        <p:spPr>
          <a:xfrm>
            <a:off x="6477000" y="2921000"/>
            <a:ext cx="609600" cy="635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51" name="Step1"/>
          <p:cNvSpPr/>
          <p:nvPr/>
        </p:nvSpPr>
        <p:spPr>
          <a:xfrm>
            <a:off x="7086600" y="2667000"/>
            <a:ext cx="609600" cy="635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52" name="Step2"/>
          <p:cNvSpPr/>
          <p:nvPr/>
        </p:nvSpPr>
        <p:spPr>
          <a:xfrm>
            <a:off x="7696200" y="2286000"/>
            <a:ext cx="609600" cy="635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53" name="Step3"/>
          <p:cNvSpPr/>
          <p:nvPr/>
        </p:nvSpPr>
        <p:spPr>
          <a:xfrm>
            <a:off x="8305800" y="1968500"/>
            <a:ext cx="609600" cy="635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54" name="Step4"/>
          <p:cNvSpPr/>
          <p:nvPr/>
        </p:nvSpPr>
        <p:spPr>
          <a:xfrm>
            <a:off x="8915400" y="1714500"/>
            <a:ext cx="609600" cy="635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55" name="Step5"/>
          <p:cNvSpPr/>
          <p:nvPr/>
        </p:nvSpPr>
        <p:spPr>
          <a:xfrm>
            <a:off x="9525000" y="2032000"/>
            <a:ext cx="609600" cy="635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56" name="Step6"/>
          <p:cNvSpPr/>
          <p:nvPr/>
        </p:nvSpPr>
        <p:spPr>
          <a:xfrm>
            <a:off x="10134600" y="2476500"/>
            <a:ext cx="609600" cy="635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57" name="Step7"/>
          <p:cNvSpPr/>
          <p:nvPr/>
        </p:nvSpPr>
        <p:spPr>
          <a:xfrm>
            <a:off x="10744200" y="2857500"/>
            <a:ext cx="609600" cy="635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60" name="VStep0"/>
          <p:cNvSpPr/>
          <p:nvPr/>
        </p:nvSpPr>
        <p:spPr>
          <a:xfrm>
            <a:off x="7086600" y="2667000"/>
            <a:ext cx="25400" cy="3175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61" name="VStep1"/>
          <p:cNvSpPr/>
          <p:nvPr/>
        </p:nvSpPr>
        <p:spPr>
          <a:xfrm>
            <a:off x="7696200" y="2286000"/>
            <a:ext cx="25400" cy="4445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62" name="VStep2"/>
          <p:cNvSpPr/>
          <p:nvPr/>
        </p:nvSpPr>
        <p:spPr>
          <a:xfrm>
            <a:off x="8305800" y="1968500"/>
            <a:ext cx="25400" cy="3810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63" name="VStep3"/>
          <p:cNvSpPr/>
          <p:nvPr/>
        </p:nvSpPr>
        <p:spPr>
          <a:xfrm>
            <a:off x="8915400" y="1714500"/>
            <a:ext cx="25400" cy="3175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64" name="VStep4"/>
          <p:cNvSpPr/>
          <p:nvPr/>
        </p:nvSpPr>
        <p:spPr>
          <a:xfrm>
            <a:off x="9525000" y="1714500"/>
            <a:ext cx="25400" cy="3810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65" name="VStep5"/>
          <p:cNvSpPr/>
          <p:nvPr/>
        </p:nvSpPr>
        <p:spPr>
          <a:xfrm>
            <a:off x="10134600" y="2032000"/>
            <a:ext cx="25400" cy="5080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66" name="VStep6"/>
          <p:cNvSpPr/>
          <p:nvPr/>
        </p:nvSpPr>
        <p:spPr>
          <a:xfrm>
            <a:off x="10744200" y="2476500"/>
            <a:ext cx="25400" cy="4445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70" name="Arrow"/>
          <p:cNvSpPr/>
          <p:nvPr/>
        </p:nvSpPr>
        <p:spPr>
          <a:xfrm>
            <a:off x="5778500" y="2222500"/>
            <a:ext cx="508000" cy="381000"/>
          </a:xfrm>
          <a:prstGeom prst="rightArrow">
            <a:avLst/>
          </a:prstGeom>
          <a:solidFill>
            <a:srgbClr val="F59E0B"/>
          </a:solidFill>
          <a:ln w="0">
            <a:noFill/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80" name="ResBox0"/>
          <p:cNvSpPr/>
          <p:nvPr/>
        </p:nvSpPr>
        <p:spPr>
          <a:xfrm>
            <a:off x="635000" y="3937000"/>
            <a:ext cx="2286000" cy="889000"/>
          </a:xfrm>
          <a:prstGeom prst="roundRect">
            <a:avLst/>
          </a:prstGeom>
          <a:solidFill>
            <a:srgbClr val="1A2736"/>
          </a:solidFill>
          <a:ln w="19050">
            <a:solidFill>
              <a:srgbClr val="EF4444"/>
            </a:solidFill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90" name="ResLabel0"/>
          <p:cNvSpPr txBox="1"/>
          <p:nvPr/>
        </p:nvSpPr>
        <p:spPr>
          <a:xfrm>
            <a:off x="635000" y="4038600"/>
            <a:ext cx="228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EF4444"/>
                </a:solidFill>
              </a:rPr>
              <a:t>4 bits</a:t>
            </a:r>
          </a:p>
        </p:txBody>
      </p:sp>
      <p:sp>
        <p:nvSpPr>
          <p:cNvPr id="100" name="ResVal0"/>
          <p:cNvSpPr txBox="1"/>
          <p:nvPr/>
        </p:nvSpPr>
        <p:spPr>
          <a:xfrm>
            <a:off x="635000" y="4381500"/>
            <a:ext cx="228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A0AEC0"/>
                </a:solidFill>
              </a:rPr>
              <a:t>16 níveis</a:t>
            </a:r>
          </a:p>
        </p:txBody>
      </p:sp>
      <p:sp>
        <p:nvSpPr>
          <p:cNvPr id="81" name="ResBox1"/>
          <p:cNvSpPr/>
          <p:nvPr/>
        </p:nvSpPr>
        <p:spPr>
          <a:xfrm>
            <a:off x="3302000" y="3937000"/>
            <a:ext cx="2286000" cy="889000"/>
          </a:xfrm>
          <a:prstGeom prst="roundRect">
            <a:avLst/>
          </a:prstGeom>
          <a:solidFill>
            <a:srgbClr val="1A2736"/>
          </a:solidFill>
          <a:ln w="19050">
            <a:solidFill>
              <a:srgbClr val="F59E0B"/>
            </a:solidFill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91" name="ResLabel1"/>
          <p:cNvSpPr txBox="1"/>
          <p:nvPr/>
        </p:nvSpPr>
        <p:spPr>
          <a:xfrm>
            <a:off x="3302000" y="4038600"/>
            <a:ext cx="228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F59E0B"/>
                </a:solidFill>
              </a:rPr>
              <a:t>8 bits</a:t>
            </a:r>
          </a:p>
        </p:txBody>
      </p:sp>
      <p:sp>
        <p:nvSpPr>
          <p:cNvPr id="101" name="ResVal1"/>
          <p:cNvSpPr txBox="1"/>
          <p:nvPr/>
        </p:nvSpPr>
        <p:spPr>
          <a:xfrm>
            <a:off x="3302000" y="4381500"/>
            <a:ext cx="228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A0AEC0"/>
                </a:solidFill>
              </a:rPr>
              <a:t>256 níveis</a:t>
            </a:r>
          </a:p>
        </p:txBody>
      </p:sp>
      <p:sp>
        <p:nvSpPr>
          <p:cNvPr id="82" name="ResBox2"/>
          <p:cNvSpPr/>
          <p:nvPr/>
        </p:nvSpPr>
        <p:spPr>
          <a:xfrm>
            <a:off x="5969000" y="3937000"/>
            <a:ext cx="2286000" cy="889000"/>
          </a:xfrm>
          <a:prstGeom prst="roundRect">
            <a:avLst/>
          </a:prstGeom>
          <a:solidFill>
            <a:srgbClr val="1A2736"/>
          </a:solidFill>
          <a:ln w="19050">
            <a:solidFill>
              <a:srgbClr val="3B82F6"/>
            </a:solidFill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92" name="ResLabel2"/>
          <p:cNvSpPr txBox="1"/>
          <p:nvPr/>
        </p:nvSpPr>
        <p:spPr>
          <a:xfrm>
            <a:off x="5969000" y="4038600"/>
            <a:ext cx="228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3B82F6"/>
                </a:solidFill>
              </a:rPr>
              <a:t>10 bits</a:t>
            </a:r>
          </a:p>
        </p:txBody>
      </p:sp>
      <p:sp>
        <p:nvSpPr>
          <p:cNvPr id="102" name="ResVal2"/>
          <p:cNvSpPr txBox="1"/>
          <p:nvPr/>
        </p:nvSpPr>
        <p:spPr>
          <a:xfrm>
            <a:off x="5969000" y="4381500"/>
            <a:ext cx="228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A0AEC0"/>
                </a:solidFill>
              </a:rPr>
              <a:t>1024 níveis</a:t>
            </a:r>
          </a:p>
        </p:txBody>
      </p:sp>
      <p:sp>
        <p:nvSpPr>
          <p:cNvPr id="83" name="ResBox3"/>
          <p:cNvSpPr/>
          <p:nvPr/>
        </p:nvSpPr>
        <p:spPr>
          <a:xfrm>
            <a:off x="8636000" y="3937000"/>
            <a:ext cx="2286000" cy="889000"/>
          </a:xfrm>
          <a:prstGeom prst="roundRect">
            <a:avLst/>
          </a:prstGeom>
          <a:solidFill>
            <a:srgbClr val="1A2736"/>
          </a:solidFill>
          <a:ln w="19050">
            <a:solidFill>
              <a:srgbClr val="00D4AA"/>
            </a:solidFill>
          </a:ln>
        </p:spPr>
        <p:txBody>
          <a:bodyPr wrap="square" lIns="45720" tIns="36576" rIns="45720" bIns="36576" anchor="ctr"/>
          <a:lstStyle/>
          <a:p>
            <a:endParaRPr lang="pt-BR"/>
          </a:p>
        </p:txBody>
      </p:sp>
      <p:sp>
        <p:nvSpPr>
          <p:cNvPr id="93" name="ResLabel3"/>
          <p:cNvSpPr txBox="1"/>
          <p:nvPr/>
        </p:nvSpPr>
        <p:spPr>
          <a:xfrm>
            <a:off x="8636000" y="4038600"/>
            <a:ext cx="228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00D4AA"/>
                </a:solidFill>
              </a:rPr>
              <a:t>16 bits</a:t>
            </a:r>
          </a:p>
        </p:txBody>
      </p:sp>
      <p:sp>
        <p:nvSpPr>
          <p:cNvPr id="103" name="ResVal3"/>
          <p:cNvSpPr txBox="1"/>
          <p:nvPr/>
        </p:nvSpPr>
        <p:spPr>
          <a:xfrm>
            <a:off x="8636000" y="4381500"/>
            <a:ext cx="228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A0AEC0"/>
                </a:solidFill>
              </a:rPr>
              <a:t>65536 níveis</a:t>
            </a:r>
          </a:p>
        </p:txBody>
      </p:sp>
      <p:sp>
        <p:nvSpPr>
          <p:cNvPr id="110" name="BottomNote"/>
          <p:cNvSpPr txBox="1"/>
          <p:nvPr/>
        </p:nvSpPr>
        <p:spPr>
          <a:xfrm>
            <a:off x="635000" y="5016500"/>
            <a:ext cx="10922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A0AEC0"/>
                </a:solidFill>
              </a:rPr>
              <a:t>↑ Maior resolução = menor erro de quantização = sinal mais fiel</a:t>
            </a:r>
          </a:p>
        </p:txBody>
      </p:sp>
    </p:spTree>
    <p:extLst>
      <p:ext uri="{BB962C8B-B14F-4D97-AF65-F5344CB8AC3E}">
        <p14:creationId xmlns:p14="http://schemas.microsoft.com/office/powerpoint/2010/main" val="26452289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4D111C-0965-9F3D-67C0-0741FF0AC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4000" b="1" dirty="0">
                <a:solidFill>
                  <a:srgbClr val="00D4AA"/>
                </a:solidFill>
              </a:rPr>
              <a:t>02</a:t>
            </a:r>
          </a:p>
          <a:p>
            <a:pPr algn="ctr">
              <a:buNone/>
            </a:pPr>
            <a:r>
              <a:rPr lang="pt-BR" sz="3200" b="1" dirty="0">
                <a:solidFill>
                  <a:srgbClr val="E8ECF1"/>
                </a:solidFill>
              </a:rPr>
              <a:t>DAC — Digital to Analog Converter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B2D1E8-18E8-C828-7C24-886FEA9C62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A0AEC0"/>
                </a:solidFill>
              </a:rPr>
              <a:t>Conversor Digital-Analógico na ESP32</a:t>
            </a:r>
          </a:p>
        </p:txBody>
      </p:sp>
    </p:spTree>
    <p:extLst>
      <p:ext uri="{BB962C8B-B14F-4D97-AF65-F5344CB8AC3E}">
        <p14:creationId xmlns:p14="http://schemas.microsoft.com/office/powerpoint/2010/main" val="4978639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F4503A-05F2-71EF-7710-5BC1098A4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E8ECF1"/>
                </a:solidFill>
              </a:rPr>
              <a:t>O que é um DAC?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7A24DF-6C35-E58E-6B89-2A24104C0E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t-BR" sz="1600" b="1" dirty="0">
                <a:solidFill>
                  <a:srgbClr val="00D4AA"/>
                </a:solidFill>
              </a:rPr>
              <a:t>Definição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Converte valor numérico digital em tensão analógica proporcional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Entrada: valor digital (0–255) → Saída: tensão (0–3.3V)</a:t>
            </a:r>
          </a:p>
          <a:p>
            <a:pPr>
              <a:buNone/>
            </a:pPr>
            <a:r>
              <a:rPr lang="pt-BR" sz="1400" dirty="0">
                <a:solidFill>
                  <a:srgbClr val="0F1923"/>
                </a:solidFill>
              </a:rPr>
              <a:t> </a:t>
            </a:r>
          </a:p>
          <a:p>
            <a:pPr>
              <a:buNone/>
            </a:pPr>
            <a:r>
              <a:rPr lang="pt-BR" sz="1600" b="1" dirty="0">
                <a:solidFill>
                  <a:srgbClr val="3B82F6"/>
                </a:solidFill>
              </a:rPr>
              <a:t>DAC na ESP32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2 canais: </a:t>
            </a:r>
            <a:r>
              <a:rPr lang="pt-BR" sz="1400" b="1" dirty="0">
                <a:solidFill>
                  <a:srgbClr val="F59E0B"/>
                </a:solidFill>
              </a:rPr>
              <a:t>GPIO 25 (DAC1)</a:t>
            </a:r>
            <a:r>
              <a:rPr lang="pt-BR" sz="1400" dirty="0">
                <a:solidFill>
                  <a:srgbClr val="C0CAD8"/>
                </a:solidFill>
              </a:rPr>
              <a:t> e </a:t>
            </a:r>
            <a:r>
              <a:rPr lang="pt-BR" sz="1400" b="1" dirty="0">
                <a:solidFill>
                  <a:srgbClr val="F59E0B"/>
                </a:solidFill>
              </a:rPr>
              <a:t>GPIO 26 (DAC2)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Resolução: </a:t>
            </a:r>
            <a:r>
              <a:rPr lang="pt-BR" sz="1400" b="1" dirty="0">
                <a:solidFill>
                  <a:srgbClr val="EF4444"/>
                </a:solidFill>
              </a:rPr>
              <a:t>8 bits (apenas 256 níveis)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Tipo: resistor string (R-2R ladder interno)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Saída: tensão real contínua (sem filtragem)</a:t>
            </a:r>
          </a:p>
          <a:p>
            <a:pPr>
              <a:buNone/>
            </a:pPr>
            <a:r>
              <a:rPr lang="pt-BR" sz="1400" dirty="0">
                <a:solidFill>
                  <a:srgbClr val="0F1923"/>
                </a:solidFill>
              </a:rPr>
              <a:t> </a:t>
            </a:r>
          </a:p>
          <a:p>
            <a:pPr>
              <a:buNone/>
            </a:pPr>
            <a:r>
              <a:rPr lang="pt-BR" sz="1400" dirty="0">
                <a:solidFill>
                  <a:srgbClr val="A0AEC0"/>
                </a:solidFill>
              </a:rPr>
              <a:t>V_out = (digital_value / 255) × 3.3V</a:t>
            </a:r>
          </a:p>
        </p:txBody>
      </p:sp>
    </p:spTree>
    <p:extLst>
      <p:ext uri="{BB962C8B-B14F-4D97-AF65-F5344CB8AC3E}">
        <p14:creationId xmlns:p14="http://schemas.microsoft.com/office/powerpoint/2010/main" val="2103264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B8BB41-A912-951E-3C1A-EF158C157A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E8ECF1"/>
                </a:solidFill>
              </a:rPr>
              <a:t>DAC: Vantagens e Desvantagens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65D57D4-AE71-48B9-2EEC-BEC81728A51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pt-BR" sz="1800" b="1" dirty="0">
                <a:solidFill>
                  <a:srgbClr val="00D4AA"/>
                </a:solidFill>
              </a:rPr>
              <a:t>✅ Vantagens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Saída analógica real (contínua)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Não requer hardware externo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Sem ripple (sinal limpo)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Resposta imediata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Simples de programar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Ideal para sinais de baixa precisão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5AC4A27-89B7-5E44-A445-E0A6B662370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buNone/>
            </a:pPr>
            <a:r>
              <a:rPr lang="pt-BR" sz="1800" b="1" dirty="0">
                <a:solidFill>
                  <a:srgbClr val="EF4444"/>
                </a:solidFill>
              </a:rPr>
              <a:t>❌ Desvantagens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Apenas </a:t>
            </a:r>
            <a:r>
              <a:rPr lang="pt-BR" sz="1400" b="1" dirty="0">
                <a:solidFill>
                  <a:srgbClr val="F59E0B"/>
                </a:solidFill>
              </a:rPr>
              <a:t>8 bits</a:t>
            </a:r>
            <a:r>
              <a:rPr lang="pt-BR" sz="1400" dirty="0">
                <a:solidFill>
                  <a:srgbClr val="C0CAD8"/>
                </a:solidFill>
              </a:rPr>
              <a:t> de resolução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Ruído térmico e de quantização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Apenas 2 canais disponíveis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Não-linearidade do DAC interno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Baixa capacidade de corrente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Impreciso para aplicações críticas</a:t>
            </a:r>
          </a:p>
        </p:txBody>
      </p:sp>
    </p:spTree>
    <p:extLst>
      <p:ext uri="{BB962C8B-B14F-4D97-AF65-F5344CB8AC3E}">
        <p14:creationId xmlns:p14="http://schemas.microsoft.com/office/powerpoint/2010/main" val="41828152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8F4D10-DC96-D1E1-30F7-4329A0425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4000" b="1" dirty="0">
                <a:solidFill>
                  <a:srgbClr val="00D4AA"/>
                </a:solidFill>
              </a:rPr>
              <a:t>03</a:t>
            </a:r>
          </a:p>
          <a:p>
            <a:pPr algn="ctr">
              <a:buNone/>
            </a:pPr>
            <a:r>
              <a:rPr lang="pt-BR" sz="3200" b="1" dirty="0">
                <a:solidFill>
                  <a:srgbClr val="E8ECF1"/>
                </a:solidFill>
              </a:rPr>
              <a:t>PWM — Pulse Width Modulation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015230-BB32-5113-2861-5DB2C88CBE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A0AEC0"/>
                </a:solidFill>
              </a:rPr>
              <a:t>Modulação por Largura de Pulso</a:t>
            </a:r>
          </a:p>
        </p:txBody>
      </p:sp>
    </p:spTree>
    <p:extLst>
      <p:ext uri="{BB962C8B-B14F-4D97-AF65-F5344CB8AC3E}">
        <p14:creationId xmlns:p14="http://schemas.microsoft.com/office/powerpoint/2010/main" val="15417817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49E01A-B250-17FC-59E8-2B18110F8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E8ECF1"/>
                </a:solidFill>
              </a:rPr>
              <a:t>Conceito de PWM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243D15-305C-8638-00AD-905905BDEB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t-BR" sz="1600" b="1" dirty="0">
                <a:solidFill>
                  <a:srgbClr val="00D4AA"/>
                </a:solidFill>
              </a:rPr>
              <a:t>Duty Cycle (Ciclo de Trabalho)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Proporção do tempo em HIGH vs período total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Duty = T_on / T_total × 100%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V_média = Duty × V_max = Duty × 3.3V</a:t>
            </a:r>
          </a:p>
          <a:p>
            <a:pPr>
              <a:buNone/>
            </a:pPr>
            <a:r>
              <a:rPr lang="pt-BR" sz="1400" dirty="0">
                <a:solidFill>
                  <a:srgbClr val="0F1923"/>
                </a:solidFill>
              </a:rPr>
              <a:t> </a:t>
            </a:r>
          </a:p>
          <a:p>
            <a:pPr>
              <a:buNone/>
            </a:pPr>
            <a:r>
              <a:rPr lang="pt-BR" sz="1600" b="1" dirty="0">
                <a:solidFill>
                  <a:srgbClr val="3B82F6"/>
                </a:solidFill>
              </a:rPr>
              <a:t>Frequência vs Resolução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f_PWM = f_clock / 2ⁿ (tradeoff fundamental)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Maior resolução → menor frequência máxima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ESP32 LEDC: até </a:t>
            </a:r>
            <a:r>
              <a:rPr lang="pt-BR" sz="1400" b="1" dirty="0">
                <a:solidFill>
                  <a:srgbClr val="F59E0B"/>
                </a:solidFill>
              </a:rPr>
              <a:t>16 canais, 1-20 bits</a:t>
            </a:r>
          </a:p>
          <a:p>
            <a:pPr>
              <a:buNone/>
            </a:pPr>
            <a:r>
              <a:rPr lang="pt-BR" sz="1400" dirty="0">
                <a:solidFill>
                  <a:srgbClr val="0F1923"/>
                </a:solidFill>
              </a:rPr>
              <a:t> </a:t>
            </a:r>
          </a:p>
          <a:p>
            <a:pPr>
              <a:buNone/>
            </a:pPr>
            <a:r>
              <a:rPr lang="pt-BR" sz="1600" b="1" dirty="0">
                <a:solidFill>
                  <a:srgbClr val="8B5CF6"/>
                </a:solidFill>
              </a:rPr>
              <a:t>Como simula sinal analógico?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A tensão média da onda quadrada é proporcional ao duty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Com filtro passa-baixa: remove componente AC → DC puro</a:t>
            </a:r>
          </a:p>
        </p:txBody>
      </p:sp>
    </p:spTree>
    <p:extLst>
      <p:ext uri="{BB962C8B-B14F-4D97-AF65-F5344CB8AC3E}">
        <p14:creationId xmlns:p14="http://schemas.microsoft.com/office/powerpoint/2010/main" val="3919308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635000" y="190500"/>
            <a:ext cx="109220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2800" b="1" dirty="0">
                <a:solidFill>
                  <a:srgbClr val="E8ECF1"/>
                </a:solidFill>
              </a:rPr>
              <a:t>Duty Cycle — Visualização</a:t>
            </a:r>
          </a:p>
        </p:txBody>
      </p:sp>
      <p:sp>
        <p:nvSpPr>
          <p:cNvPr id="20" name="WaveBg0"/>
          <p:cNvSpPr/>
          <p:nvPr/>
        </p:nvSpPr>
        <p:spPr>
          <a:xfrm>
            <a:off x="635000" y="825500"/>
            <a:ext cx="3048000" cy="2286000"/>
          </a:xfrm>
          <a:prstGeom prst="rect">
            <a:avLst/>
          </a:prstGeom>
          <a:solidFill>
            <a:srgbClr val="131E2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" name="Label0"/>
          <p:cNvSpPr txBox="1"/>
          <p:nvPr/>
        </p:nvSpPr>
        <p:spPr>
          <a:xfrm>
            <a:off x="635000" y="889000"/>
            <a:ext cx="3048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3B82F6"/>
                </a:solidFill>
              </a:rPr>
              <a:t>25% Duty</a:t>
            </a:r>
          </a:p>
        </p:txBody>
      </p:sp>
      <p:sp>
        <p:nvSpPr>
          <p:cNvPr id="22" name="On1_0"/>
          <p:cNvSpPr/>
          <p:nvPr/>
        </p:nvSpPr>
        <p:spPr>
          <a:xfrm>
            <a:off x="762000" y="1397000"/>
            <a:ext cx="342900" cy="889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" name="Off1_0"/>
          <p:cNvSpPr/>
          <p:nvPr/>
        </p:nvSpPr>
        <p:spPr>
          <a:xfrm>
            <a:off x="1104900" y="2235200"/>
            <a:ext cx="1028700" cy="50800"/>
          </a:xfrm>
          <a:prstGeom prst="rect">
            <a:avLst/>
          </a:prstGeom>
          <a:solidFill>
            <a:srgbClr val="4A556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4" name="On2_0"/>
          <p:cNvSpPr/>
          <p:nvPr/>
        </p:nvSpPr>
        <p:spPr>
          <a:xfrm>
            <a:off x="2133600" y="1397000"/>
            <a:ext cx="342900" cy="889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5" name="Off2_0"/>
          <p:cNvSpPr/>
          <p:nvPr/>
        </p:nvSpPr>
        <p:spPr>
          <a:xfrm>
            <a:off x="2476500" y="2235200"/>
            <a:ext cx="1028700" cy="50800"/>
          </a:xfrm>
          <a:prstGeom prst="rect">
            <a:avLst/>
          </a:prstGeom>
          <a:solidFill>
            <a:srgbClr val="4A556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6" name="AvgLine0"/>
          <p:cNvSpPr/>
          <p:nvPr/>
        </p:nvSpPr>
        <p:spPr>
          <a:xfrm>
            <a:off x="698500" y="2063750"/>
            <a:ext cx="2921000" cy="254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7" name="AvgLabel0"/>
          <p:cNvSpPr txBox="1"/>
          <p:nvPr/>
        </p:nvSpPr>
        <p:spPr>
          <a:xfrm>
            <a:off x="635000" y="2476500"/>
            <a:ext cx="3048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EF4444"/>
                </a:solidFill>
              </a:rPr>
              <a:t>V média = 0.83V</a:t>
            </a:r>
          </a:p>
        </p:txBody>
      </p:sp>
      <p:sp>
        <p:nvSpPr>
          <p:cNvPr id="28" name="DutyPct0"/>
          <p:cNvSpPr txBox="1"/>
          <p:nvPr/>
        </p:nvSpPr>
        <p:spPr>
          <a:xfrm>
            <a:off x="635000" y="2768600"/>
            <a:ext cx="3048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A0AEC0"/>
                </a:solidFill>
              </a:rPr>
              <a:t>25% × 3.3V</a:t>
            </a:r>
          </a:p>
        </p:txBody>
      </p:sp>
      <p:sp>
        <p:nvSpPr>
          <p:cNvPr id="40" name="WaveBg1"/>
          <p:cNvSpPr/>
          <p:nvPr/>
        </p:nvSpPr>
        <p:spPr>
          <a:xfrm>
            <a:off x="4445000" y="825500"/>
            <a:ext cx="3048000" cy="2286000"/>
          </a:xfrm>
          <a:prstGeom prst="rect">
            <a:avLst/>
          </a:prstGeom>
          <a:solidFill>
            <a:srgbClr val="131E2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" name="Label1"/>
          <p:cNvSpPr txBox="1"/>
          <p:nvPr/>
        </p:nvSpPr>
        <p:spPr>
          <a:xfrm>
            <a:off x="4445000" y="889000"/>
            <a:ext cx="3048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00D4AA"/>
                </a:solidFill>
              </a:rPr>
              <a:t>50% Duty</a:t>
            </a:r>
          </a:p>
        </p:txBody>
      </p:sp>
      <p:sp>
        <p:nvSpPr>
          <p:cNvPr id="42" name="On1_1"/>
          <p:cNvSpPr/>
          <p:nvPr/>
        </p:nvSpPr>
        <p:spPr>
          <a:xfrm>
            <a:off x="4572000" y="1397000"/>
            <a:ext cx="685800" cy="8890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3" name="Off1_1"/>
          <p:cNvSpPr/>
          <p:nvPr/>
        </p:nvSpPr>
        <p:spPr>
          <a:xfrm>
            <a:off x="5257800" y="2235200"/>
            <a:ext cx="685800" cy="50800"/>
          </a:xfrm>
          <a:prstGeom prst="rect">
            <a:avLst/>
          </a:prstGeom>
          <a:solidFill>
            <a:srgbClr val="4A556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4" name="On2_1"/>
          <p:cNvSpPr/>
          <p:nvPr/>
        </p:nvSpPr>
        <p:spPr>
          <a:xfrm>
            <a:off x="5943600" y="1397000"/>
            <a:ext cx="685800" cy="8890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5" name="Off2_1"/>
          <p:cNvSpPr/>
          <p:nvPr/>
        </p:nvSpPr>
        <p:spPr>
          <a:xfrm>
            <a:off x="6629400" y="2235200"/>
            <a:ext cx="685800" cy="50800"/>
          </a:xfrm>
          <a:prstGeom prst="rect">
            <a:avLst/>
          </a:prstGeom>
          <a:solidFill>
            <a:srgbClr val="4A556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6" name="AvgLine1"/>
          <p:cNvSpPr/>
          <p:nvPr/>
        </p:nvSpPr>
        <p:spPr>
          <a:xfrm>
            <a:off x="4508500" y="1841500"/>
            <a:ext cx="2921000" cy="254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7" name="AvgLabel1"/>
          <p:cNvSpPr txBox="1"/>
          <p:nvPr/>
        </p:nvSpPr>
        <p:spPr>
          <a:xfrm>
            <a:off x="4445000" y="2476500"/>
            <a:ext cx="3048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EF4444"/>
                </a:solidFill>
              </a:rPr>
              <a:t>V média = 1.65V</a:t>
            </a:r>
          </a:p>
        </p:txBody>
      </p:sp>
      <p:sp>
        <p:nvSpPr>
          <p:cNvPr id="48" name="DutyPct1"/>
          <p:cNvSpPr txBox="1"/>
          <p:nvPr/>
        </p:nvSpPr>
        <p:spPr>
          <a:xfrm>
            <a:off x="4445000" y="2768600"/>
            <a:ext cx="3048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A0AEC0"/>
                </a:solidFill>
              </a:rPr>
              <a:t>50% × 3.3V</a:t>
            </a:r>
          </a:p>
        </p:txBody>
      </p:sp>
      <p:sp>
        <p:nvSpPr>
          <p:cNvPr id="60" name="WaveBg2"/>
          <p:cNvSpPr/>
          <p:nvPr/>
        </p:nvSpPr>
        <p:spPr>
          <a:xfrm>
            <a:off x="8255000" y="825500"/>
            <a:ext cx="3048000" cy="2286000"/>
          </a:xfrm>
          <a:prstGeom prst="rect">
            <a:avLst/>
          </a:prstGeom>
          <a:solidFill>
            <a:srgbClr val="131E2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" name="Label2"/>
          <p:cNvSpPr txBox="1"/>
          <p:nvPr/>
        </p:nvSpPr>
        <p:spPr>
          <a:xfrm>
            <a:off x="8255000" y="889000"/>
            <a:ext cx="3048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F59E0B"/>
                </a:solidFill>
              </a:rPr>
              <a:t>75% Duty</a:t>
            </a:r>
          </a:p>
        </p:txBody>
      </p:sp>
      <p:sp>
        <p:nvSpPr>
          <p:cNvPr id="62" name="On1_2"/>
          <p:cNvSpPr/>
          <p:nvPr/>
        </p:nvSpPr>
        <p:spPr>
          <a:xfrm>
            <a:off x="8382000" y="1397000"/>
            <a:ext cx="1028700" cy="8890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3" name="Off1_2"/>
          <p:cNvSpPr/>
          <p:nvPr/>
        </p:nvSpPr>
        <p:spPr>
          <a:xfrm>
            <a:off x="9410700" y="2235200"/>
            <a:ext cx="342900" cy="50800"/>
          </a:xfrm>
          <a:prstGeom prst="rect">
            <a:avLst/>
          </a:prstGeom>
          <a:solidFill>
            <a:srgbClr val="4A556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4" name="On2_2"/>
          <p:cNvSpPr/>
          <p:nvPr/>
        </p:nvSpPr>
        <p:spPr>
          <a:xfrm>
            <a:off x="9753600" y="1397000"/>
            <a:ext cx="1028700" cy="8890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5" name="Off2_2"/>
          <p:cNvSpPr/>
          <p:nvPr/>
        </p:nvSpPr>
        <p:spPr>
          <a:xfrm>
            <a:off x="10782300" y="2235200"/>
            <a:ext cx="342900" cy="50800"/>
          </a:xfrm>
          <a:prstGeom prst="rect">
            <a:avLst/>
          </a:prstGeom>
          <a:solidFill>
            <a:srgbClr val="4A5568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6" name="AvgLine2"/>
          <p:cNvSpPr/>
          <p:nvPr/>
        </p:nvSpPr>
        <p:spPr>
          <a:xfrm>
            <a:off x="8318500" y="1619250"/>
            <a:ext cx="2921000" cy="2540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7" name="AvgLabel2"/>
          <p:cNvSpPr txBox="1"/>
          <p:nvPr/>
        </p:nvSpPr>
        <p:spPr>
          <a:xfrm>
            <a:off x="8255000" y="2476500"/>
            <a:ext cx="3048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EF4444"/>
                </a:solidFill>
              </a:rPr>
              <a:t>V média = 2.48V</a:t>
            </a:r>
          </a:p>
        </p:txBody>
      </p:sp>
      <p:sp>
        <p:nvSpPr>
          <p:cNvPr id="68" name="DutyPct2"/>
          <p:cNvSpPr txBox="1"/>
          <p:nvPr/>
        </p:nvSpPr>
        <p:spPr>
          <a:xfrm>
            <a:off x="8255000" y="2768600"/>
            <a:ext cx="3048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A0AEC0"/>
                </a:solidFill>
              </a:rPr>
              <a:t>75% × 3.3V</a:t>
            </a:r>
          </a:p>
        </p:txBody>
      </p:sp>
      <p:sp>
        <p:nvSpPr>
          <p:cNvPr id="90" name="FormulaBg"/>
          <p:cNvSpPr/>
          <p:nvPr/>
        </p:nvSpPr>
        <p:spPr>
          <a:xfrm>
            <a:off x="635000" y="3429000"/>
            <a:ext cx="10922000" cy="762000"/>
          </a:xfrm>
          <a:prstGeom prst="rect">
            <a:avLst/>
          </a:prstGeom>
          <a:solidFill>
            <a:srgbClr val="1A2736"/>
          </a:solidFill>
          <a:ln w="12700">
            <a:solidFill>
              <a:srgbClr val="00D4AA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91" name="FormulaTitle"/>
          <p:cNvSpPr txBox="1"/>
          <p:nvPr/>
        </p:nvSpPr>
        <p:spPr>
          <a:xfrm>
            <a:off x="762000" y="3492500"/>
            <a:ext cx="10668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00D4AA"/>
                </a:solidFill>
              </a:rPr>
              <a:t>Fórmula Fundamental</a:t>
            </a:r>
          </a:p>
        </p:txBody>
      </p:sp>
      <p:sp>
        <p:nvSpPr>
          <p:cNvPr id="92" name="Formula"/>
          <p:cNvSpPr txBox="1"/>
          <p:nvPr/>
        </p:nvSpPr>
        <p:spPr>
          <a:xfrm>
            <a:off x="762000" y="3784600"/>
            <a:ext cx="10668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E8ECF1"/>
                </a:solidFill>
              </a:rPr>
              <a:t>V_média = (Duty Cycle / 100) × V_max = (T_on / T_período) × 3.3V</a:t>
            </a:r>
          </a:p>
        </p:txBody>
      </p:sp>
      <p:sp>
        <p:nvSpPr>
          <p:cNvPr id="93" name="InsightBg"/>
          <p:cNvSpPr/>
          <p:nvPr/>
        </p:nvSpPr>
        <p:spPr>
          <a:xfrm>
            <a:off x="635000" y="4445000"/>
            <a:ext cx="10922000" cy="1016000"/>
          </a:xfrm>
          <a:prstGeom prst="rect">
            <a:avLst/>
          </a:prstGeom>
          <a:solidFill>
            <a:srgbClr val="131E2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94" name="InsightTitle"/>
          <p:cNvSpPr txBox="1"/>
          <p:nvPr/>
        </p:nvSpPr>
        <p:spPr>
          <a:xfrm>
            <a:off x="762000" y="4508500"/>
            <a:ext cx="10668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600" b="1" dirty="0">
                <a:solidFill>
                  <a:srgbClr val="F59E0B"/>
                </a:solidFill>
              </a:rPr>
              <a:t>⚡ Insight Chave</a:t>
            </a:r>
          </a:p>
        </p:txBody>
      </p:sp>
      <p:sp>
        <p:nvSpPr>
          <p:cNvPr id="95" name="InsightText"/>
          <p:cNvSpPr txBox="1"/>
          <p:nvPr/>
        </p:nvSpPr>
        <p:spPr>
          <a:xfrm>
            <a:off x="762000" y="4826000"/>
            <a:ext cx="10668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400" dirty="0">
                <a:solidFill>
                  <a:srgbClr val="C0CAD8"/>
                </a:solidFill>
              </a:rPr>
              <a:t>PWM é um sinal 100% digital (0V ou 3.3V). A "tensão analógica" só existe como média temporal. Para obter um sinal DC real, é necessário filtrar as componentes AC com um filtro passa-baixa.</a:t>
            </a:r>
          </a:p>
        </p:txBody>
      </p:sp>
    </p:spTree>
    <p:extLst>
      <p:ext uri="{BB962C8B-B14F-4D97-AF65-F5344CB8AC3E}">
        <p14:creationId xmlns:p14="http://schemas.microsoft.com/office/powerpoint/2010/main" val="2632884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A2D924-11DC-7514-7D1F-C81617953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4000" b="1" dirty="0">
                <a:solidFill>
                  <a:srgbClr val="00D4AA"/>
                </a:solidFill>
              </a:rPr>
              <a:t>04</a:t>
            </a:r>
          </a:p>
          <a:p>
            <a:pPr algn="ctr">
              <a:buNone/>
            </a:pPr>
            <a:r>
              <a:rPr lang="pt-BR" sz="3200" b="1" dirty="0">
                <a:solidFill>
                  <a:srgbClr val="E8ECF1"/>
                </a:solidFill>
              </a:rPr>
              <a:t>PWM + Filtro RC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B9912F-F1EC-1553-ECA2-D760B6B5E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A0AEC0"/>
                </a:solidFill>
              </a:rPr>
              <a:t>Transformando PWM em Sinal Analógico Real</a:t>
            </a:r>
          </a:p>
        </p:txBody>
      </p:sp>
    </p:spTree>
    <p:extLst>
      <p:ext uri="{BB962C8B-B14F-4D97-AF65-F5344CB8AC3E}">
        <p14:creationId xmlns:p14="http://schemas.microsoft.com/office/powerpoint/2010/main" val="1753837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10C84B-5083-7BD5-7B5B-3B1DB15BD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E8ECF1"/>
                </a:solidFill>
              </a:rPr>
              <a:t>Filtro Passa-Baixa (RC)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E7E392-2D66-EAAD-ABA4-E9463D018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t-BR" sz="1600" b="1" dirty="0">
                <a:solidFill>
                  <a:srgbClr val="00D4AA"/>
                </a:solidFill>
              </a:rPr>
              <a:t>Princípio de Funcionamento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Resistor (R) + Capacitor (C) formam filtro passa-baixa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Atenua frequências acima de f_c (componente PWM)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Preserva componente DC (tensão média desejada)</a:t>
            </a:r>
          </a:p>
          <a:p>
            <a:pPr>
              <a:buNone/>
            </a:pPr>
            <a:r>
              <a:rPr lang="pt-BR" sz="1400" dirty="0">
                <a:solidFill>
                  <a:srgbClr val="0F1923"/>
                </a:solidFill>
              </a:rPr>
              <a:t> </a:t>
            </a:r>
          </a:p>
          <a:p>
            <a:pPr>
              <a:buNone/>
            </a:pPr>
            <a:r>
              <a:rPr lang="pt-BR" sz="1600" b="1" dirty="0">
                <a:solidFill>
                  <a:srgbClr val="3B82F6"/>
                </a:solidFill>
              </a:rPr>
              <a:t>Parâmetros Chave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Frequência de corte: </a:t>
            </a:r>
            <a:r>
              <a:rPr lang="pt-BR" sz="1400" b="1" dirty="0">
                <a:solidFill>
                  <a:srgbClr val="F59E0B"/>
                </a:solidFill>
              </a:rPr>
              <a:t>f_c = 1 / (2πRC)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Constante de tempo: τ = R × C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Tempo de estabilização ≈ 5τ (99.3% do valor final)</a:t>
            </a:r>
          </a:p>
          <a:p>
            <a:pPr>
              <a:buNone/>
            </a:pPr>
            <a:r>
              <a:rPr lang="pt-BR" sz="1400" dirty="0">
                <a:solidFill>
                  <a:srgbClr val="0F1923"/>
                </a:solidFill>
              </a:rPr>
              <a:t> </a:t>
            </a:r>
          </a:p>
          <a:p>
            <a:pPr>
              <a:buNone/>
            </a:pPr>
            <a:r>
              <a:rPr lang="pt-BR" sz="1600" b="1" dirty="0">
                <a:solidFill>
                  <a:srgbClr val="8B5CF6"/>
                </a:solidFill>
              </a:rPr>
              <a:t>Tradeoff: Suavidade vs Velocidade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RC grande → sinal suave, mas resposta lenta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RC pequeno → resposta rápida, mas ripple residual</a:t>
            </a:r>
          </a:p>
        </p:txBody>
      </p:sp>
    </p:spTree>
    <p:extLst>
      <p:ext uri="{BB962C8B-B14F-4D97-AF65-F5344CB8AC3E}">
        <p14:creationId xmlns:p14="http://schemas.microsoft.com/office/powerpoint/2010/main" val="1024654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635000" y="190500"/>
            <a:ext cx="109220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2800" b="1" dirty="0">
                <a:solidFill>
                  <a:srgbClr val="E8ECF1"/>
                </a:solidFill>
              </a:rPr>
              <a:t>Circuito: Filtro RC Passa-Baixa</a:t>
            </a:r>
          </a:p>
        </p:txBody>
      </p:sp>
      <p:sp>
        <p:nvSpPr>
          <p:cNvPr id="20" name="CircuitBg"/>
          <p:cNvSpPr/>
          <p:nvPr/>
        </p:nvSpPr>
        <p:spPr>
          <a:xfrm>
            <a:off x="635000" y="889000"/>
            <a:ext cx="6985000" cy="2540000"/>
          </a:xfrm>
          <a:prstGeom prst="roundRect">
            <a:avLst/>
          </a:prstGeom>
          <a:solidFill>
            <a:srgbClr val="131E2D"/>
          </a:solidFill>
          <a:ln w="12700">
            <a:solidFill>
              <a:srgbClr val="1A2736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21" name="ESP32Box"/>
          <p:cNvSpPr/>
          <p:nvPr/>
        </p:nvSpPr>
        <p:spPr>
          <a:xfrm>
            <a:off x="889000" y="1397000"/>
            <a:ext cx="1270000" cy="1524000"/>
          </a:xfrm>
          <a:prstGeom prst="roundRect">
            <a:avLst/>
          </a:prstGeom>
          <a:solidFill>
            <a:srgbClr val="1A2736"/>
          </a:solidFill>
          <a:ln w="19050">
            <a:solidFill>
              <a:srgbClr val="00D4AA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22" name="ESP32Label"/>
          <p:cNvSpPr txBox="1"/>
          <p:nvPr/>
        </p:nvSpPr>
        <p:spPr>
          <a:xfrm>
            <a:off x="889000" y="1651000"/>
            <a:ext cx="1270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00D4AA"/>
                </a:solidFill>
              </a:rPr>
              <a:t>ESP32</a:t>
            </a:r>
          </a:p>
        </p:txBody>
      </p:sp>
      <p:sp>
        <p:nvSpPr>
          <p:cNvPr id="23" name="GPIOLabel"/>
          <p:cNvSpPr txBox="1"/>
          <p:nvPr/>
        </p:nvSpPr>
        <p:spPr>
          <a:xfrm>
            <a:off x="889000" y="1968500"/>
            <a:ext cx="1270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200" dirty="0">
                <a:solidFill>
                  <a:srgbClr val="A0AEC0"/>
                </a:solidFill>
              </a:rPr>
              <a:t>GPIO PWM</a:t>
            </a:r>
          </a:p>
        </p:txBody>
      </p:sp>
      <p:sp>
        <p:nvSpPr>
          <p:cNvPr id="24" name="Line1"/>
          <p:cNvSpPr/>
          <p:nvPr/>
        </p:nvSpPr>
        <p:spPr>
          <a:xfrm>
            <a:off x="2159000" y="2006600"/>
            <a:ext cx="1016000" cy="381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25" name="Resistor"/>
          <p:cNvSpPr/>
          <p:nvPr/>
        </p:nvSpPr>
        <p:spPr>
          <a:xfrm>
            <a:off x="3175000" y="1714500"/>
            <a:ext cx="1016000" cy="635000"/>
          </a:xfrm>
          <a:prstGeom prst="rect">
            <a:avLst/>
          </a:prstGeom>
          <a:solidFill>
            <a:srgbClr val="1A2736"/>
          </a:solidFill>
          <a:ln w="19050">
            <a:solidFill>
              <a:srgbClr val="3B82F6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26" name="RLabel"/>
          <p:cNvSpPr txBox="1"/>
          <p:nvPr/>
        </p:nvSpPr>
        <p:spPr>
          <a:xfrm>
            <a:off x="3175000" y="1803400"/>
            <a:ext cx="1016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3B82F6"/>
                </a:solidFill>
              </a:rPr>
              <a:t>R</a:t>
            </a:r>
          </a:p>
        </p:txBody>
      </p:sp>
      <p:sp>
        <p:nvSpPr>
          <p:cNvPr id="27" name="RValue"/>
          <p:cNvSpPr txBox="1"/>
          <p:nvPr/>
        </p:nvSpPr>
        <p:spPr>
          <a:xfrm>
            <a:off x="3175000" y="2057400"/>
            <a:ext cx="1016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200" dirty="0">
                <a:solidFill>
                  <a:srgbClr val="A0AEC0"/>
                </a:solidFill>
              </a:rPr>
              <a:t>10kΩ</a:t>
            </a:r>
          </a:p>
        </p:txBody>
      </p:sp>
      <p:sp>
        <p:nvSpPr>
          <p:cNvPr id="28" name="Line2"/>
          <p:cNvSpPr/>
          <p:nvPr/>
        </p:nvSpPr>
        <p:spPr>
          <a:xfrm>
            <a:off x="4191000" y="2006600"/>
            <a:ext cx="762000" cy="381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29" name="Junction"/>
          <p:cNvSpPr/>
          <p:nvPr/>
        </p:nvSpPr>
        <p:spPr>
          <a:xfrm>
            <a:off x="4914900" y="1943100"/>
            <a:ext cx="127000" cy="1270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30" name="Cap"/>
          <p:cNvSpPr/>
          <p:nvPr/>
        </p:nvSpPr>
        <p:spPr>
          <a:xfrm>
            <a:off x="4762500" y="2222500"/>
            <a:ext cx="444500" cy="762000"/>
          </a:xfrm>
          <a:prstGeom prst="rect">
            <a:avLst/>
          </a:prstGeom>
          <a:solidFill>
            <a:srgbClr val="1A2736"/>
          </a:solidFill>
          <a:ln w="19050">
            <a:solidFill>
              <a:srgbClr val="00D4AA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31" name="CLabel"/>
          <p:cNvSpPr txBox="1"/>
          <p:nvPr/>
        </p:nvSpPr>
        <p:spPr>
          <a:xfrm>
            <a:off x="4762500" y="2349500"/>
            <a:ext cx="444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00D4AA"/>
                </a:solidFill>
              </a:rPr>
              <a:t>C</a:t>
            </a:r>
          </a:p>
        </p:txBody>
      </p:sp>
      <p:sp>
        <p:nvSpPr>
          <p:cNvPr id="32" name="CValue"/>
          <p:cNvSpPr txBox="1"/>
          <p:nvPr/>
        </p:nvSpPr>
        <p:spPr>
          <a:xfrm>
            <a:off x="4762500" y="2578100"/>
            <a:ext cx="444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000" dirty="0">
                <a:solidFill>
                  <a:srgbClr val="A0AEC0"/>
                </a:solidFill>
              </a:rPr>
              <a:t>1µF</a:t>
            </a:r>
          </a:p>
        </p:txBody>
      </p:sp>
      <p:sp>
        <p:nvSpPr>
          <p:cNvPr id="33" name="GndLine"/>
          <p:cNvSpPr/>
          <p:nvPr/>
        </p:nvSpPr>
        <p:spPr>
          <a:xfrm>
            <a:off x="4914900" y="2984500"/>
            <a:ext cx="38100" cy="317500"/>
          </a:xfrm>
          <a:prstGeom prst="rect">
            <a:avLst/>
          </a:prstGeom>
          <a:solidFill>
            <a:srgbClr val="4A556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34" name="GndSymbol"/>
          <p:cNvSpPr txBox="1"/>
          <p:nvPr/>
        </p:nvSpPr>
        <p:spPr>
          <a:xfrm>
            <a:off x="4699000" y="3238500"/>
            <a:ext cx="635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200" dirty="0">
                <a:solidFill>
                  <a:srgbClr val="4A5568"/>
                </a:solidFill>
              </a:rPr>
              <a:t>GND</a:t>
            </a:r>
          </a:p>
        </p:txBody>
      </p:sp>
      <p:sp>
        <p:nvSpPr>
          <p:cNvPr id="35" name="Line3"/>
          <p:cNvSpPr/>
          <p:nvPr/>
        </p:nvSpPr>
        <p:spPr>
          <a:xfrm>
            <a:off x="5041900" y="2006600"/>
            <a:ext cx="762000" cy="381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36" name="OutBox"/>
          <p:cNvSpPr/>
          <p:nvPr/>
        </p:nvSpPr>
        <p:spPr>
          <a:xfrm>
            <a:off x="5842000" y="1397000"/>
            <a:ext cx="1524000" cy="1524000"/>
          </a:xfrm>
          <a:prstGeom prst="roundRect">
            <a:avLst/>
          </a:prstGeom>
          <a:solidFill>
            <a:srgbClr val="1A2736"/>
          </a:solidFill>
          <a:ln w="19050">
            <a:solidFill>
              <a:srgbClr val="F59E0B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37" name="OutLabel"/>
          <p:cNvSpPr txBox="1"/>
          <p:nvPr/>
        </p:nvSpPr>
        <p:spPr>
          <a:xfrm>
            <a:off x="5842000" y="1651000"/>
            <a:ext cx="1524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59E0B"/>
                </a:solidFill>
              </a:rPr>
              <a:t>Saída</a:t>
            </a:r>
          </a:p>
        </p:txBody>
      </p:sp>
      <p:sp>
        <p:nvSpPr>
          <p:cNvPr id="38" name="OutDesc"/>
          <p:cNvSpPr txBox="1"/>
          <p:nvPr/>
        </p:nvSpPr>
        <p:spPr>
          <a:xfrm>
            <a:off x="5842000" y="1968500"/>
            <a:ext cx="15240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200" dirty="0">
                <a:solidFill>
                  <a:srgbClr val="C0CAD8"/>
                </a:solidFill>
              </a:rPr>
              <a:t>Sinal Analógico Filtrado</a:t>
            </a:r>
          </a:p>
        </p:txBody>
      </p:sp>
      <p:sp>
        <p:nvSpPr>
          <p:cNvPr id="40" name="SigBg"/>
          <p:cNvSpPr/>
          <p:nvPr/>
        </p:nvSpPr>
        <p:spPr>
          <a:xfrm>
            <a:off x="7874000" y="889000"/>
            <a:ext cx="3683000" cy="2540000"/>
          </a:xfrm>
          <a:prstGeom prst="roundRect">
            <a:avLst/>
          </a:prstGeom>
          <a:solidFill>
            <a:srgbClr val="131E2D"/>
          </a:solidFill>
          <a:ln w="12700">
            <a:solidFill>
              <a:srgbClr val="1A2736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41" name="PWMLabel"/>
          <p:cNvSpPr txBox="1"/>
          <p:nvPr/>
        </p:nvSpPr>
        <p:spPr>
          <a:xfrm>
            <a:off x="8001000" y="952500"/>
            <a:ext cx="3429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3B82F6"/>
                </a:solidFill>
              </a:rPr>
              <a:t>Entrada (PWM)</a:t>
            </a:r>
          </a:p>
        </p:txBody>
      </p:sp>
      <p:sp>
        <p:nvSpPr>
          <p:cNvPr id="50" name="PWMBar0"/>
          <p:cNvSpPr/>
          <p:nvPr/>
        </p:nvSpPr>
        <p:spPr>
          <a:xfrm>
            <a:off x="8128000" y="1270000"/>
            <a:ext cx="254000" cy="508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56" name="PWMOff0"/>
          <p:cNvSpPr/>
          <p:nvPr/>
        </p:nvSpPr>
        <p:spPr>
          <a:xfrm>
            <a:off x="8382000" y="1727200"/>
            <a:ext cx="292100" cy="508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51" name="PWMBar1"/>
          <p:cNvSpPr/>
          <p:nvPr/>
        </p:nvSpPr>
        <p:spPr>
          <a:xfrm>
            <a:off x="8674100" y="1270000"/>
            <a:ext cx="355600" cy="508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57" name="PWMOff1"/>
          <p:cNvSpPr/>
          <p:nvPr/>
        </p:nvSpPr>
        <p:spPr>
          <a:xfrm>
            <a:off x="9029700" y="1727200"/>
            <a:ext cx="190500" cy="508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52" name="PWMBar2"/>
          <p:cNvSpPr/>
          <p:nvPr/>
        </p:nvSpPr>
        <p:spPr>
          <a:xfrm>
            <a:off x="9220200" y="1270000"/>
            <a:ext cx="457200" cy="508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58" name="PWMOff2"/>
          <p:cNvSpPr/>
          <p:nvPr/>
        </p:nvSpPr>
        <p:spPr>
          <a:xfrm>
            <a:off x="9677400" y="1727200"/>
            <a:ext cx="88900" cy="508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53" name="PWMBar3"/>
          <p:cNvSpPr/>
          <p:nvPr/>
        </p:nvSpPr>
        <p:spPr>
          <a:xfrm>
            <a:off x="9766300" y="1270000"/>
            <a:ext cx="254000" cy="508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59" name="PWMOff3"/>
          <p:cNvSpPr/>
          <p:nvPr/>
        </p:nvSpPr>
        <p:spPr>
          <a:xfrm>
            <a:off x="10020300" y="1727200"/>
            <a:ext cx="292100" cy="508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54" name="PWMBar4"/>
          <p:cNvSpPr/>
          <p:nvPr/>
        </p:nvSpPr>
        <p:spPr>
          <a:xfrm>
            <a:off x="10312400" y="1270000"/>
            <a:ext cx="355600" cy="508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60" name="PWMOff4"/>
          <p:cNvSpPr/>
          <p:nvPr/>
        </p:nvSpPr>
        <p:spPr>
          <a:xfrm>
            <a:off x="10668000" y="1727200"/>
            <a:ext cx="190500" cy="508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55" name="PWMBar5"/>
          <p:cNvSpPr/>
          <p:nvPr/>
        </p:nvSpPr>
        <p:spPr>
          <a:xfrm>
            <a:off x="10858500" y="1270000"/>
            <a:ext cx="457200" cy="5080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61" name="PWMOff5"/>
          <p:cNvSpPr/>
          <p:nvPr/>
        </p:nvSpPr>
        <p:spPr>
          <a:xfrm>
            <a:off x="11315700" y="1727200"/>
            <a:ext cx="88900" cy="508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70" name="ArrowDown"/>
          <p:cNvSpPr/>
          <p:nvPr/>
        </p:nvSpPr>
        <p:spPr>
          <a:xfrm>
            <a:off x="9588500" y="1905000"/>
            <a:ext cx="254000" cy="317500"/>
          </a:xfrm>
          <a:prstGeom prst="downArrow">
            <a:avLst/>
          </a:prstGeom>
          <a:solidFill>
            <a:srgbClr val="F59E0B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71" name="FilteredLabel"/>
          <p:cNvSpPr txBox="1"/>
          <p:nvPr/>
        </p:nvSpPr>
        <p:spPr>
          <a:xfrm>
            <a:off x="8001000" y="2286000"/>
            <a:ext cx="3429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00D4AA"/>
                </a:solidFill>
              </a:rPr>
              <a:t>Saída (Filtrada)</a:t>
            </a:r>
          </a:p>
        </p:txBody>
      </p:sp>
      <p:sp>
        <p:nvSpPr>
          <p:cNvPr id="72" name="FilteredLine"/>
          <p:cNvSpPr/>
          <p:nvPr/>
        </p:nvSpPr>
        <p:spPr>
          <a:xfrm>
            <a:off x="8128000" y="2667000"/>
            <a:ext cx="3302000" cy="38100"/>
          </a:xfrm>
          <a:prstGeom prst="rect">
            <a:avLst/>
          </a:prstGeom>
          <a:solidFill>
            <a:srgbClr val="00D4AA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73" name="Ripple1"/>
          <p:cNvSpPr/>
          <p:nvPr/>
        </p:nvSpPr>
        <p:spPr>
          <a:xfrm>
            <a:off x="8382000" y="2628900"/>
            <a:ext cx="508000" cy="114300"/>
          </a:xfrm>
          <a:prstGeom prst="ellipse">
            <a:avLst/>
          </a:prstGeom>
          <a:noFill/>
          <a:ln w="12700">
            <a:solidFill>
              <a:srgbClr val="00D4AA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74" name="Ripple2"/>
          <p:cNvSpPr/>
          <p:nvPr/>
        </p:nvSpPr>
        <p:spPr>
          <a:xfrm>
            <a:off x="9144000" y="2628900"/>
            <a:ext cx="508000" cy="114300"/>
          </a:xfrm>
          <a:prstGeom prst="ellipse">
            <a:avLst/>
          </a:prstGeom>
          <a:noFill/>
          <a:ln w="12700">
            <a:solidFill>
              <a:srgbClr val="00D4AA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75" name="Ripple3"/>
          <p:cNvSpPr/>
          <p:nvPr/>
        </p:nvSpPr>
        <p:spPr>
          <a:xfrm>
            <a:off x="9906000" y="2628900"/>
            <a:ext cx="508000" cy="114300"/>
          </a:xfrm>
          <a:prstGeom prst="ellipse">
            <a:avLst/>
          </a:prstGeom>
          <a:noFill/>
          <a:ln w="12700">
            <a:solidFill>
              <a:srgbClr val="00D4AA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76" name="Ripple4"/>
          <p:cNvSpPr/>
          <p:nvPr/>
        </p:nvSpPr>
        <p:spPr>
          <a:xfrm>
            <a:off x="10668000" y="2628900"/>
            <a:ext cx="508000" cy="114300"/>
          </a:xfrm>
          <a:prstGeom prst="ellipse">
            <a:avLst/>
          </a:prstGeom>
          <a:noFill/>
          <a:ln w="12700">
            <a:solidFill>
              <a:srgbClr val="00D4AA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80" name="RulesBg"/>
          <p:cNvSpPr/>
          <p:nvPr/>
        </p:nvSpPr>
        <p:spPr>
          <a:xfrm>
            <a:off x="635000" y="3683000"/>
            <a:ext cx="10922000" cy="1651000"/>
          </a:xfrm>
          <a:prstGeom prst="roundRect">
            <a:avLst/>
          </a:prstGeom>
          <a:solidFill>
            <a:srgbClr val="1A273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81" name="RulesTitle"/>
          <p:cNvSpPr txBox="1"/>
          <p:nvPr/>
        </p:nvSpPr>
        <p:spPr>
          <a:xfrm>
            <a:off x="762000" y="3746500"/>
            <a:ext cx="10668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600" b="1" dirty="0">
                <a:solidFill>
                  <a:srgbClr val="F59E0B"/>
                </a:solidFill>
              </a:rPr>
              <a:t>📐 Regras de Projeto</a:t>
            </a:r>
          </a:p>
        </p:txBody>
      </p:sp>
      <p:sp>
        <p:nvSpPr>
          <p:cNvPr id="82" name="Rule1"/>
          <p:cNvSpPr txBox="1"/>
          <p:nvPr/>
        </p:nvSpPr>
        <p:spPr>
          <a:xfrm>
            <a:off x="762000" y="4089400"/>
            <a:ext cx="5334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400" dirty="0">
                <a:solidFill>
                  <a:srgbClr val="C0CAD8"/>
                </a:solidFill>
              </a:rPr>
              <a:t>1. f_c deve ser &lt;&lt; f_PWM (pelo menos 10×)</a:t>
            </a:r>
          </a:p>
        </p:txBody>
      </p:sp>
      <p:sp>
        <p:nvSpPr>
          <p:cNvPr id="83" name="Rule2"/>
          <p:cNvSpPr txBox="1"/>
          <p:nvPr/>
        </p:nvSpPr>
        <p:spPr>
          <a:xfrm>
            <a:off x="762000" y="4381500"/>
            <a:ext cx="5334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400" dirty="0">
                <a:solidFill>
                  <a:srgbClr val="C0CAD8"/>
                </a:solidFill>
              </a:rPr>
              <a:t>2. R típico: 1kΩ a 100kΩ</a:t>
            </a:r>
          </a:p>
        </p:txBody>
      </p:sp>
      <p:sp>
        <p:nvSpPr>
          <p:cNvPr id="84" name="Rule3"/>
          <p:cNvSpPr txBox="1"/>
          <p:nvPr/>
        </p:nvSpPr>
        <p:spPr>
          <a:xfrm>
            <a:off x="762000" y="4673600"/>
            <a:ext cx="5334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400" dirty="0">
                <a:solidFill>
                  <a:srgbClr val="C0CAD8"/>
                </a:solidFill>
              </a:rPr>
              <a:t>3. C típico: 100nF a 10µF</a:t>
            </a:r>
          </a:p>
        </p:txBody>
      </p:sp>
      <p:sp>
        <p:nvSpPr>
          <p:cNvPr id="85" name="Rule4"/>
          <p:cNvSpPr txBox="1"/>
          <p:nvPr/>
        </p:nvSpPr>
        <p:spPr>
          <a:xfrm>
            <a:off x="762000" y="4965700"/>
            <a:ext cx="5334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400" b="1" dirty="0">
                <a:solidFill>
                  <a:srgbClr val="F59E0B"/>
                </a:solidFill>
              </a:rPr>
              <a:t>4. Exemplo: R=10kΩ, C=1µF → f_c ≈ 16Hz</a:t>
            </a:r>
          </a:p>
        </p:txBody>
      </p:sp>
      <p:sp>
        <p:nvSpPr>
          <p:cNvPr id="86" name="Ex1"/>
          <p:cNvSpPr txBox="1"/>
          <p:nvPr/>
        </p:nvSpPr>
        <p:spPr>
          <a:xfrm>
            <a:off x="6350000" y="4089400"/>
            <a:ext cx="4826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400" dirty="0">
                <a:solidFill>
                  <a:srgbClr val="3B82F6"/>
                </a:solidFill>
              </a:rPr>
              <a:t>f_PWM = 5kHz, f_c = 16Hz → atenua ~48dB</a:t>
            </a:r>
          </a:p>
        </p:txBody>
      </p:sp>
      <p:sp>
        <p:nvSpPr>
          <p:cNvPr id="87" name="Ex2"/>
          <p:cNvSpPr txBox="1"/>
          <p:nvPr/>
        </p:nvSpPr>
        <p:spPr>
          <a:xfrm>
            <a:off x="6350000" y="4381500"/>
            <a:ext cx="4826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400" dirty="0">
                <a:solidFill>
                  <a:srgbClr val="3B82F6"/>
                </a:solidFill>
              </a:rPr>
              <a:t>τ = 10ms → estabiliza em ~50ms</a:t>
            </a:r>
          </a:p>
        </p:txBody>
      </p:sp>
      <p:sp>
        <p:nvSpPr>
          <p:cNvPr id="88" name="Ex3"/>
          <p:cNvSpPr txBox="1"/>
          <p:nvPr/>
        </p:nvSpPr>
        <p:spPr>
          <a:xfrm>
            <a:off x="6350000" y="4673600"/>
            <a:ext cx="4826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400" b="1" dirty="0">
                <a:solidFill>
                  <a:srgbClr val="00D4AA"/>
                </a:solidFill>
              </a:rPr>
              <a:t>Ripple residual &lt; 1% com bom projeto</a:t>
            </a:r>
          </a:p>
        </p:txBody>
      </p:sp>
    </p:spTree>
    <p:extLst>
      <p:ext uri="{BB962C8B-B14F-4D97-AF65-F5344CB8AC3E}">
        <p14:creationId xmlns:p14="http://schemas.microsoft.com/office/powerpoint/2010/main" val="27560529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7B3798-7FFF-E984-6AE2-E764C6D35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E8ECF1"/>
                </a:solidFill>
              </a:rPr>
              <a:t>PWM com 1 Canal — Geração de Tensão Média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B42249-D408-75CE-6837-8897E5EDC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t-BR" sz="1600" b="1" dirty="0">
                <a:solidFill>
                  <a:srgbClr val="00D4AA"/>
                </a:solidFill>
              </a:rPr>
              <a:t>Como Funciona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1 canal PWM + filtro RC = tensão DC variável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Resolução limitada pela resolução do timer PWM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8 bits @ 312.5 kHz ou 10 bits @ 78.125 kHz</a:t>
            </a:r>
          </a:p>
          <a:p>
            <a:pPr>
              <a:buNone/>
            </a:pPr>
            <a:r>
              <a:rPr lang="pt-BR" sz="1400" dirty="0">
                <a:solidFill>
                  <a:srgbClr val="0F1923"/>
                </a:solidFill>
              </a:rPr>
              <a:t> </a:t>
            </a:r>
          </a:p>
          <a:p>
            <a:pPr>
              <a:buNone/>
            </a:pPr>
            <a:r>
              <a:rPr lang="pt-BR" sz="1600" b="1" dirty="0">
                <a:solidFill>
                  <a:srgbClr val="EF4444"/>
                </a:solidFill>
              </a:rPr>
              <a:t>Limitações</a:t>
            </a:r>
          </a:p>
          <a:p>
            <a:pPr marL="342900" indent="-342900">
              <a:buFont typeface="Arial"/>
              <a:buChar char="•"/>
            </a:pPr>
            <a:r>
              <a:rPr lang="pt-BR" sz="1400" b="1" dirty="0">
                <a:solidFill>
                  <a:srgbClr val="F59E0B"/>
                </a:solidFill>
              </a:rPr>
              <a:t>Ripple:</a:t>
            </a:r>
            <a:r>
              <a:rPr lang="pt-BR" sz="1400" dirty="0">
                <a:solidFill>
                  <a:srgbClr val="C0CAD8"/>
                </a:solidFill>
              </a:rPr>
              <a:t> oscilação residual na saída (ondulação)</a:t>
            </a:r>
          </a:p>
          <a:p>
            <a:pPr marL="342900" indent="-342900">
              <a:buFont typeface="Arial"/>
              <a:buChar char="•"/>
            </a:pPr>
            <a:r>
              <a:rPr lang="pt-BR" sz="1400" b="1" dirty="0">
                <a:solidFill>
                  <a:srgbClr val="F59E0B"/>
                </a:solidFill>
              </a:rPr>
              <a:t>Resolução efetiva:</a:t>
            </a:r>
            <a:r>
              <a:rPr lang="pt-BR" sz="1400" dirty="0">
                <a:solidFill>
                  <a:srgbClr val="C0CAD8"/>
                </a:solidFill>
              </a:rPr>
              <a:t> reduzida pelo ruído do filtro</a:t>
            </a:r>
          </a:p>
          <a:p>
            <a:pPr marL="342900" indent="-342900">
              <a:buFont typeface="Arial"/>
              <a:buChar char="•"/>
            </a:pPr>
            <a:r>
              <a:rPr lang="pt-BR" sz="1400" b="1" dirty="0">
                <a:solidFill>
                  <a:srgbClr val="F59E0B"/>
                </a:solidFill>
              </a:rPr>
              <a:t>Velocidade:</a:t>
            </a:r>
            <a:r>
              <a:rPr lang="pt-BR" sz="1400" dirty="0">
                <a:solidFill>
                  <a:srgbClr val="C0CAD8"/>
                </a:solidFill>
              </a:rPr>
              <a:t> tempo de resposta depende de τ = RC</a:t>
            </a:r>
          </a:p>
          <a:p>
            <a:pPr marL="342900" indent="-342900">
              <a:buFont typeface="Arial"/>
              <a:buChar char="•"/>
            </a:pPr>
            <a:r>
              <a:rPr lang="pt-BR" sz="1400" b="1" dirty="0">
                <a:solidFill>
                  <a:srgbClr val="F59E0B"/>
                </a:solidFill>
              </a:rPr>
              <a:t>Tradeoff:</a:t>
            </a:r>
            <a:r>
              <a:rPr lang="pt-BR" sz="1400" dirty="0">
                <a:solidFill>
                  <a:srgbClr val="C0CAD8"/>
                </a:solidFill>
              </a:rPr>
              <a:t> ↑ freq PWM = ↓ resolução (e vice-versa)</a:t>
            </a:r>
          </a:p>
        </p:txBody>
      </p:sp>
    </p:spTree>
    <p:extLst>
      <p:ext uri="{BB962C8B-B14F-4D97-AF65-F5344CB8AC3E}">
        <p14:creationId xmlns:p14="http://schemas.microsoft.com/office/powerpoint/2010/main" val="12349716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A41D9-C887-F46A-9CEC-2035B4090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4000" b="1" dirty="0">
                <a:solidFill>
                  <a:srgbClr val="00D4AA"/>
                </a:solidFill>
              </a:rPr>
              <a:t>05</a:t>
            </a:r>
          </a:p>
          <a:p>
            <a:pPr algn="ctr">
              <a:buNone/>
            </a:pPr>
            <a:r>
              <a:rPr lang="pt-BR" sz="3200" b="1" dirty="0">
                <a:solidFill>
                  <a:srgbClr val="E8ECF1"/>
                </a:solidFill>
              </a:rPr>
              <a:t>PWM com 2 Canais (Alta Resolução)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A50656A-DF44-D6D0-5DB2-588BBF13CD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A0AEC0"/>
                </a:solidFill>
              </a:rPr>
              <a:t>Técnica de Combinação MSB + LSB para Resolução Estendida</a:t>
            </a:r>
          </a:p>
        </p:txBody>
      </p:sp>
    </p:spTree>
    <p:extLst>
      <p:ext uri="{BB962C8B-B14F-4D97-AF65-F5344CB8AC3E}">
        <p14:creationId xmlns:p14="http://schemas.microsoft.com/office/powerpoint/2010/main" val="6536134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534E22-F7B1-E879-184F-642452640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E8ECF1"/>
                </a:solidFill>
              </a:rPr>
              <a:t>Técnica: PWM Dual (MSB + LSB)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72C7248-BE90-8576-8EB7-D18291BF5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pt-BR" sz="1600" b="1" dirty="0">
                <a:solidFill>
                  <a:srgbClr val="00D4AA"/>
                </a:solidFill>
              </a:rPr>
              <a:t>Princípio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Combinar 2 canais PWM com pesos diferentes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PWM1 (</a:t>
            </a:r>
            <a:r>
              <a:rPr lang="pt-BR" sz="1400" b="1" dirty="0">
                <a:solidFill>
                  <a:srgbClr val="3B82F6"/>
                </a:solidFill>
              </a:rPr>
              <a:t>MSB</a:t>
            </a:r>
            <a:r>
              <a:rPr lang="pt-BR" sz="1400" dirty="0">
                <a:solidFill>
                  <a:srgbClr val="C0CAD8"/>
                </a:solidFill>
              </a:rPr>
              <a:t>): bits mais significativos → R pequeno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PWM2 (</a:t>
            </a:r>
            <a:r>
              <a:rPr lang="pt-BR" sz="1400" b="1" dirty="0">
                <a:solidFill>
                  <a:srgbClr val="8B5CF6"/>
                </a:solidFill>
              </a:rPr>
              <a:t>LSB</a:t>
            </a:r>
            <a:r>
              <a:rPr lang="pt-BR" sz="1400" dirty="0">
                <a:solidFill>
                  <a:srgbClr val="C0CAD8"/>
                </a:solidFill>
              </a:rPr>
              <a:t>): bits menos significativos → R grande (256×)</a:t>
            </a:r>
          </a:p>
          <a:p>
            <a:pPr>
              <a:buNone/>
            </a:pPr>
            <a:r>
              <a:rPr lang="pt-BR" sz="1400" dirty="0">
                <a:solidFill>
                  <a:srgbClr val="0F1923"/>
                </a:solidFill>
              </a:rPr>
              <a:t> </a:t>
            </a:r>
          </a:p>
          <a:p>
            <a:pPr>
              <a:buNone/>
            </a:pPr>
            <a:r>
              <a:rPr lang="pt-BR" sz="1600" b="1" dirty="0">
                <a:solidFill>
                  <a:srgbClr val="F59E0B"/>
                </a:solidFill>
              </a:rPr>
              <a:t>Matemática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V_out = V_MSB + V_LSB / 256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8 bits MSB + 8 bits LSB = </a:t>
            </a:r>
            <a:r>
              <a:rPr lang="pt-BR" sz="1400" b="1" dirty="0">
                <a:solidFill>
                  <a:srgbClr val="00D4AA"/>
                </a:solidFill>
              </a:rPr>
              <a:t>16 bits efetivos (65.536 níveis!)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Passo de tensão: 3.3V / 65536 ≈ </a:t>
            </a:r>
            <a:r>
              <a:rPr lang="pt-BR" sz="1400" b="1" dirty="0">
                <a:solidFill>
                  <a:srgbClr val="00D4AA"/>
                </a:solidFill>
              </a:rPr>
              <a:t>50 µV!</a:t>
            </a:r>
          </a:p>
          <a:p>
            <a:pPr>
              <a:buNone/>
            </a:pPr>
            <a:r>
              <a:rPr lang="pt-BR" sz="1400" dirty="0">
                <a:solidFill>
                  <a:srgbClr val="0F1923"/>
                </a:solidFill>
              </a:rPr>
              <a:t> </a:t>
            </a:r>
          </a:p>
          <a:p>
            <a:pPr>
              <a:buNone/>
            </a:pPr>
            <a:r>
              <a:rPr lang="pt-BR" sz="1600" b="1" dirty="0">
                <a:solidFill>
                  <a:srgbClr val="3B82F6"/>
                </a:solidFill>
              </a:rPr>
              <a:t>Circuito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PWM1 → R1 (1kΩ) → nó de soma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PWM2 → R2 (256kΩ) → nó de soma → C → V_out</a:t>
            </a:r>
          </a:p>
        </p:txBody>
      </p:sp>
    </p:spTree>
    <p:extLst>
      <p:ext uri="{BB962C8B-B14F-4D97-AF65-F5344CB8AC3E}">
        <p14:creationId xmlns:p14="http://schemas.microsoft.com/office/powerpoint/2010/main" val="40539039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635000" y="190500"/>
            <a:ext cx="109220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2800" b="1" dirty="0">
                <a:solidFill>
                  <a:srgbClr val="E8ECF1"/>
                </a:solidFill>
              </a:rPr>
              <a:t>Diagrama: Combinação de 2 PWMs (MSB + LSB)</a:t>
            </a:r>
          </a:p>
        </p:txBody>
      </p:sp>
      <p:sp>
        <p:nvSpPr>
          <p:cNvPr id="20" name="MSBBg"/>
          <p:cNvSpPr/>
          <p:nvPr/>
        </p:nvSpPr>
        <p:spPr>
          <a:xfrm>
            <a:off x="635000" y="889000"/>
            <a:ext cx="5080000" cy="1905000"/>
          </a:xfrm>
          <a:prstGeom prst="roundRect">
            <a:avLst/>
          </a:prstGeom>
          <a:solidFill>
            <a:srgbClr val="131E2D"/>
          </a:solidFill>
          <a:ln w="19050">
            <a:solidFill>
              <a:srgbClr val="3B82F6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21" name="MSBTitle"/>
          <p:cNvSpPr txBox="1"/>
          <p:nvPr/>
        </p:nvSpPr>
        <p:spPr>
          <a:xfrm>
            <a:off x="762000" y="952500"/>
            <a:ext cx="482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3B82F6"/>
                </a:solidFill>
              </a:rPr>
              <a:t>PWM1 — MSB (Grosseiro)</a:t>
            </a:r>
          </a:p>
        </p:txBody>
      </p:sp>
      <p:sp>
        <p:nvSpPr>
          <p:cNvPr id="22" name="MSBDesc"/>
          <p:cNvSpPr txBox="1"/>
          <p:nvPr/>
        </p:nvSpPr>
        <p:spPr>
          <a:xfrm>
            <a:off x="762000" y="1295400"/>
            <a:ext cx="4826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C0CAD8"/>
                </a:solidFill>
              </a:rPr>
              <a:t>8 bits → 256 níveis | R1 = 1kΩ</a:t>
            </a:r>
          </a:p>
        </p:txBody>
      </p:sp>
      <p:sp>
        <p:nvSpPr>
          <p:cNvPr id="30" name="MSBBar0"/>
          <p:cNvSpPr/>
          <p:nvPr/>
        </p:nvSpPr>
        <p:spPr>
          <a:xfrm>
            <a:off x="889000" y="1651000"/>
            <a:ext cx="355600" cy="5715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40" name="MSBOff0"/>
          <p:cNvSpPr/>
          <p:nvPr/>
        </p:nvSpPr>
        <p:spPr>
          <a:xfrm>
            <a:off x="1244600" y="2171700"/>
            <a:ext cx="152400" cy="508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31" name="MSBBar1"/>
          <p:cNvSpPr/>
          <p:nvPr/>
        </p:nvSpPr>
        <p:spPr>
          <a:xfrm>
            <a:off x="1549400" y="1651000"/>
            <a:ext cx="355600" cy="5715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41" name="MSBOff1"/>
          <p:cNvSpPr/>
          <p:nvPr/>
        </p:nvSpPr>
        <p:spPr>
          <a:xfrm>
            <a:off x="1905000" y="2171700"/>
            <a:ext cx="152400" cy="508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32" name="MSBBar2"/>
          <p:cNvSpPr/>
          <p:nvPr/>
        </p:nvSpPr>
        <p:spPr>
          <a:xfrm>
            <a:off x="2209800" y="1651000"/>
            <a:ext cx="355600" cy="5715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42" name="MSBOff2"/>
          <p:cNvSpPr/>
          <p:nvPr/>
        </p:nvSpPr>
        <p:spPr>
          <a:xfrm>
            <a:off x="2565400" y="2171700"/>
            <a:ext cx="152400" cy="508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33" name="MSBBar3"/>
          <p:cNvSpPr/>
          <p:nvPr/>
        </p:nvSpPr>
        <p:spPr>
          <a:xfrm>
            <a:off x="2870200" y="1651000"/>
            <a:ext cx="355600" cy="5715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43" name="MSBOff3"/>
          <p:cNvSpPr/>
          <p:nvPr/>
        </p:nvSpPr>
        <p:spPr>
          <a:xfrm>
            <a:off x="3225800" y="2171700"/>
            <a:ext cx="152400" cy="508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34" name="MSBBar4"/>
          <p:cNvSpPr/>
          <p:nvPr/>
        </p:nvSpPr>
        <p:spPr>
          <a:xfrm>
            <a:off x="3530600" y="1651000"/>
            <a:ext cx="355600" cy="5715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44" name="MSBOff4"/>
          <p:cNvSpPr/>
          <p:nvPr/>
        </p:nvSpPr>
        <p:spPr>
          <a:xfrm>
            <a:off x="3886200" y="2171700"/>
            <a:ext cx="152400" cy="508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35" name="MSBBar5"/>
          <p:cNvSpPr/>
          <p:nvPr/>
        </p:nvSpPr>
        <p:spPr>
          <a:xfrm>
            <a:off x="4191000" y="1651000"/>
            <a:ext cx="355600" cy="5715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45" name="MSBOff5"/>
          <p:cNvSpPr/>
          <p:nvPr/>
        </p:nvSpPr>
        <p:spPr>
          <a:xfrm>
            <a:off x="4546600" y="2171700"/>
            <a:ext cx="152400" cy="508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36" name="MSBBar6"/>
          <p:cNvSpPr/>
          <p:nvPr/>
        </p:nvSpPr>
        <p:spPr>
          <a:xfrm>
            <a:off x="4851400" y="1651000"/>
            <a:ext cx="355600" cy="5715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46" name="MSBOff6"/>
          <p:cNvSpPr/>
          <p:nvPr/>
        </p:nvSpPr>
        <p:spPr>
          <a:xfrm>
            <a:off x="5207000" y="2171700"/>
            <a:ext cx="152400" cy="508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50" name="MSBVolt"/>
          <p:cNvSpPr txBox="1"/>
          <p:nvPr/>
        </p:nvSpPr>
        <p:spPr>
          <a:xfrm>
            <a:off x="762000" y="2349500"/>
            <a:ext cx="4826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3B82F6"/>
                </a:solidFill>
              </a:rPr>
              <a:t>Contribuição: ~2.31V (70% de 3.3V)</a:t>
            </a:r>
          </a:p>
        </p:txBody>
      </p:sp>
      <p:sp>
        <p:nvSpPr>
          <p:cNvPr id="51" name="LSBBg"/>
          <p:cNvSpPr/>
          <p:nvPr/>
        </p:nvSpPr>
        <p:spPr>
          <a:xfrm>
            <a:off x="6477000" y="889000"/>
            <a:ext cx="5080000" cy="1905000"/>
          </a:xfrm>
          <a:prstGeom prst="roundRect">
            <a:avLst/>
          </a:prstGeom>
          <a:solidFill>
            <a:srgbClr val="131E2D"/>
          </a:solidFill>
          <a:ln w="19050">
            <a:solidFill>
              <a:srgbClr val="8B5CF6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52" name="LSBTitle"/>
          <p:cNvSpPr txBox="1"/>
          <p:nvPr/>
        </p:nvSpPr>
        <p:spPr>
          <a:xfrm>
            <a:off x="6604000" y="952500"/>
            <a:ext cx="4826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8B5CF6"/>
                </a:solidFill>
              </a:rPr>
              <a:t>PWM2 — LSB (Fino)</a:t>
            </a:r>
          </a:p>
        </p:txBody>
      </p:sp>
      <p:sp>
        <p:nvSpPr>
          <p:cNvPr id="53" name="LSBDesc"/>
          <p:cNvSpPr txBox="1"/>
          <p:nvPr/>
        </p:nvSpPr>
        <p:spPr>
          <a:xfrm>
            <a:off x="6604000" y="1295400"/>
            <a:ext cx="4826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C0CAD8"/>
                </a:solidFill>
              </a:rPr>
              <a:t>8 bits → 256 níveis | R2 = 256kΩ</a:t>
            </a:r>
          </a:p>
        </p:txBody>
      </p:sp>
      <p:sp>
        <p:nvSpPr>
          <p:cNvPr id="60" name="LSBBar0"/>
          <p:cNvSpPr/>
          <p:nvPr/>
        </p:nvSpPr>
        <p:spPr>
          <a:xfrm>
            <a:off x="6731000" y="1651000"/>
            <a:ext cx="203200" cy="5715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70" name="LSBOff0"/>
          <p:cNvSpPr/>
          <p:nvPr/>
        </p:nvSpPr>
        <p:spPr>
          <a:xfrm>
            <a:off x="6934200" y="2171700"/>
            <a:ext cx="304800" cy="508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61" name="LSBBar1"/>
          <p:cNvSpPr/>
          <p:nvPr/>
        </p:nvSpPr>
        <p:spPr>
          <a:xfrm>
            <a:off x="7391400" y="1651000"/>
            <a:ext cx="203200" cy="5715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71" name="LSBOff1"/>
          <p:cNvSpPr/>
          <p:nvPr/>
        </p:nvSpPr>
        <p:spPr>
          <a:xfrm>
            <a:off x="7594600" y="2171700"/>
            <a:ext cx="304800" cy="508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62" name="LSBBar2"/>
          <p:cNvSpPr/>
          <p:nvPr/>
        </p:nvSpPr>
        <p:spPr>
          <a:xfrm>
            <a:off x="8051800" y="1651000"/>
            <a:ext cx="203200" cy="5715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72" name="LSBOff2"/>
          <p:cNvSpPr/>
          <p:nvPr/>
        </p:nvSpPr>
        <p:spPr>
          <a:xfrm>
            <a:off x="8255000" y="2171700"/>
            <a:ext cx="304800" cy="508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63" name="LSBBar3"/>
          <p:cNvSpPr/>
          <p:nvPr/>
        </p:nvSpPr>
        <p:spPr>
          <a:xfrm>
            <a:off x="8712200" y="1651000"/>
            <a:ext cx="203200" cy="5715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73" name="LSBOff3"/>
          <p:cNvSpPr/>
          <p:nvPr/>
        </p:nvSpPr>
        <p:spPr>
          <a:xfrm>
            <a:off x="8915400" y="2171700"/>
            <a:ext cx="304800" cy="508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64" name="LSBBar4"/>
          <p:cNvSpPr/>
          <p:nvPr/>
        </p:nvSpPr>
        <p:spPr>
          <a:xfrm>
            <a:off x="9372600" y="1651000"/>
            <a:ext cx="203200" cy="5715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74" name="LSBOff4"/>
          <p:cNvSpPr/>
          <p:nvPr/>
        </p:nvSpPr>
        <p:spPr>
          <a:xfrm>
            <a:off x="9575800" y="2171700"/>
            <a:ext cx="304800" cy="508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65" name="LSBBar5"/>
          <p:cNvSpPr/>
          <p:nvPr/>
        </p:nvSpPr>
        <p:spPr>
          <a:xfrm>
            <a:off x="10033000" y="1651000"/>
            <a:ext cx="203200" cy="5715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75" name="LSBOff5"/>
          <p:cNvSpPr/>
          <p:nvPr/>
        </p:nvSpPr>
        <p:spPr>
          <a:xfrm>
            <a:off x="10236200" y="2171700"/>
            <a:ext cx="304800" cy="508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66" name="LSBBar6"/>
          <p:cNvSpPr/>
          <p:nvPr/>
        </p:nvSpPr>
        <p:spPr>
          <a:xfrm>
            <a:off x="10693400" y="1651000"/>
            <a:ext cx="203200" cy="571500"/>
          </a:xfrm>
          <a:prstGeom prst="rect">
            <a:avLst/>
          </a:prstGeom>
          <a:solidFill>
            <a:srgbClr val="8B5C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76" name="LSBOff6"/>
          <p:cNvSpPr/>
          <p:nvPr/>
        </p:nvSpPr>
        <p:spPr>
          <a:xfrm>
            <a:off x="10896600" y="2171700"/>
            <a:ext cx="304800" cy="50800"/>
          </a:xfrm>
          <a:prstGeom prst="rect">
            <a:avLst/>
          </a:prstGeom>
          <a:solidFill>
            <a:srgbClr val="2D3748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80" name="LSBVolt"/>
          <p:cNvSpPr txBox="1"/>
          <p:nvPr/>
        </p:nvSpPr>
        <p:spPr>
          <a:xfrm>
            <a:off x="6604000" y="2349500"/>
            <a:ext cx="4826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8B5CF6"/>
                </a:solidFill>
              </a:rPr>
              <a:t>Contribuição: ~5.2mV (0.4% × 3.3V / 256)</a:t>
            </a:r>
          </a:p>
        </p:txBody>
      </p:sp>
      <p:sp>
        <p:nvSpPr>
          <p:cNvPr id="81" name="ArrowL"/>
          <p:cNvSpPr/>
          <p:nvPr/>
        </p:nvSpPr>
        <p:spPr>
          <a:xfrm>
            <a:off x="2921000" y="2857500"/>
            <a:ext cx="317500" cy="317500"/>
          </a:xfrm>
          <a:prstGeom prst="downArrow">
            <a:avLst/>
          </a:prstGeom>
          <a:solidFill>
            <a:srgbClr val="3B82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82" name="ArrowR"/>
          <p:cNvSpPr/>
          <p:nvPr/>
        </p:nvSpPr>
        <p:spPr>
          <a:xfrm>
            <a:off x="8763000" y="2857500"/>
            <a:ext cx="317500" cy="317500"/>
          </a:xfrm>
          <a:prstGeom prst="downArrow">
            <a:avLst/>
          </a:prstGeom>
          <a:solidFill>
            <a:srgbClr val="8B5C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83" name="SumBg"/>
          <p:cNvSpPr/>
          <p:nvPr/>
        </p:nvSpPr>
        <p:spPr>
          <a:xfrm>
            <a:off x="2159000" y="3238500"/>
            <a:ext cx="7620000" cy="698500"/>
          </a:xfrm>
          <a:prstGeom prst="roundRect">
            <a:avLst/>
          </a:prstGeom>
          <a:solidFill>
            <a:srgbClr val="1A2736"/>
          </a:solidFill>
          <a:ln w="19050">
            <a:solidFill>
              <a:srgbClr val="F59E0B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84" name="SumTitle"/>
          <p:cNvSpPr txBox="1"/>
          <p:nvPr/>
        </p:nvSpPr>
        <p:spPr>
          <a:xfrm>
            <a:off x="2286000" y="3276600"/>
            <a:ext cx="7366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F59E0B"/>
                </a:solidFill>
              </a:rPr>
              <a:t>Rede Resistiva de Soma + Filtro RC</a:t>
            </a:r>
          </a:p>
        </p:txBody>
      </p:sp>
      <p:sp>
        <p:nvSpPr>
          <p:cNvPr id="85" name="SumFormula"/>
          <p:cNvSpPr txBox="1"/>
          <p:nvPr/>
        </p:nvSpPr>
        <p:spPr>
          <a:xfrm>
            <a:off x="2286000" y="3556000"/>
            <a:ext cx="7366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C0CAD8"/>
                </a:solidFill>
              </a:rPr>
              <a:t>V_out = (PWM1 × R2 + PWM2 × R1) / (R1 + R2) ≈ PWM1_filtrado + PWM2_filtrado/256</a:t>
            </a:r>
          </a:p>
        </p:txBody>
      </p:sp>
      <p:sp>
        <p:nvSpPr>
          <p:cNvPr id="86" name="ArrowOut"/>
          <p:cNvSpPr/>
          <p:nvPr/>
        </p:nvSpPr>
        <p:spPr>
          <a:xfrm>
            <a:off x="5778500" y="4000500"/>
            <a:ext cx="317500" cy="317500"/>
          </a:xfrm>
          <a:prstGeom prst="downArrow">
            <a:avLst/>
          </a:prstGeom>
          <a:solidFill>
            <a:srgbClr val="00D4AA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87" name="OutBg"/>
          <p:cNvSpPr/>
          <p:nvPr/>
        </p:nvSpPr>
        <p:spPr>
          <a:xfrm>
            <a:off x="1524000" y="4381500"/>
            <a:ext cx="9144000" cy="1016000"/>
          </a:xfrm>
          <a:prstGeom prst="roundRect">
            <a:avLst/>
          </a:prstGeom>
          <a:solidFill>
            <a:srgbClr val="131E2D"/>
          </a:solidFill>
          <a:ln w="19050">
            <a:solidFill>
              <a:srgbClr val="00D4AA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88" name="OutTitle"/>
          <p:cNvSpPr txBox="1"/>
          <p:nvPr/>
        </p:nvSpPr>
        <p:spPr>
          <a:xfrm>
            <a:off x="1651000" y="4445000"/>
            <a:ext cx="8890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800" b="1" dirty="0">
                <a:solidFill>
                  <a:srgbClr val="00D4AA"/>
                </a:solidFill>
              </a:rPr>
              <a:t>Saída Analógica de Alta Resolução</a:t>
            </a:r>
          </a:p>
        </p:txBody>
      </p:sp>
      <p:sp>
        <p:nvSpPr>
          <p:cNvPr id="89" name="OutVal"/>
          <p:cNvSpPr txBox="1"/>
          <p:nvPr/>
        </p:nvSpPr>
        <p:spPr>
          <a:xfrm>
            <a:off x="1651000" y="4800600"/>
            <a:ext cx="4445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E8ECF1"/>
                </a:solidFill>
              </a:rPr>
              <a:t>V_out = 2.31V + 5.2mV = 2.3152V</a:t>
            </a:r>
          </a:p>
        </p:txBody>
      </p:sp>
      <p:sp>
        <p:nvSpPr>
          <p:cNvPr id="90" name="OutRes"/>
          <p:cNvSpPr txBox="1"/>
          <p:nvPr/>
        </p:nvSpPr>
        <p:spPr>
          <a:xfrm>
            <a:off x="6096000" y="4800600"/>
            <a:ext cx="4445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59E0B"/>
                </a:solidFill>
              </a:rPr>
              <a:t>Resolução efetiva: 16 bits (65.536 níveis)</a:t>
            </a:r>
          </a:p>
        </p:txBody>
      </p:sp>
      <p:sp>
        <p:nvSpPr>
          <p:cNvPr id="91" name="OutStep"/>
          <p:cNvSpPr txBox="1"/>
          <p:nvPr/>
        </p:nvSpPr>
        <p:spPr>
          <a:xfrm>
            <a:off x="1651000" y="5080000"/>
            <a:ext cx="8890000" cy="254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A0AEC0"/>
                </a:solidFill>
              </a:rPr>
              <a:t>Passo mínimo: ~50µV | SNR teórico: ~98 dB</a:t>
            </a:r>
          </a:p>
        </p:txBody>
      </p:sp>
      <p:sp>
        <p:nvSpPr>
          <p:cNvPr id="92" name="CompBg"/>
          <p:cNvSpPr/>
          <p:nvPr/>
        </p:nvSpPr>
        <p:spPr>
          <a:xfrm>
            <a:off x="635000" y="5588000"/>
            <a:ext cx="10922000" cy="635000"/>
          </a:xfrm>
          <a:prstGeom prst="roundRect">
            <a:avLst/>
          </a:prstGeom>
          <a:solidFill>
            <a:srgbClr val="1A273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93" name="Comp1"/>
          <p:cNvSpPr txBox="1"/>
          <p:nvPr/>
        </p:nvSpPr>
        <p:spPr>
          <a:xfrm>
            <a:off x="762000" y="5651500"/>
            <a:ext cx="3556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EF4444"/>
                </a:solidFill>
              </a:rPr>
              <a:t>DAC nativo: 8 bits = 256 níveis</a:t>
            </a:r>
          </a:p>
        </p:txBody>
      </p:sp>
      <p:sp>
        <p:nvSpPr>
          <p:cNvPr id="94" name="Comp2"/>
          <p:cNvSpPr txBox="1"/>
          <p:nvPr/>
        </p:nvSpPr>
        <p:spPr>
          <a:xfrm>
            <a:off x="4318000" y="5651500"/>
            <a:ext cx="3556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F59E0B"/>
                </a:solidFill>
              </a:rPr>
              <a:t>PWM 1 canal: ~10 bits = 1024 níveis</a:t>
            </a:r>
          </a:p>
        </p:txBody>
      </p:sp>
      <p:sp>
        <p:nvSpPr>
          <p:cNvPr id="95" name="Comp3"/>
          <p:cNvSpPr txBox="1"/>
          <p:nvPr/>
        </p:nvSpPr>
        <p:spPr>
          <a:xfrm>
            <a:off x="7874000" y="5651500"/>
            <a:ext cx="3556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b="1" dirty="0">
                <a:solidFill>
                  <a:srgbClr val="00D4AA"/>
                </a:solidFill>
              </a:rPr>
              <a:t>PWM 2 canais: 16 bits = 65536 níveis</a:t>
            </a:r>
          </a:p>
        </p:txBody>
      </p:sp>
      <p:sp>
        <p:nvSpPr>
          <p:cNvPr id="96" name="CompSub"/>
          <p:cNvSpPr txBox="1"/>
          <p:nvPr/>
        </p:nvSpPr>
        <p:spPr>
          <a:xfrm>
            <a:off x="762000" y="5905500"/>
            <a:ext cx="106680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E8ECF1"/>
                </a:solidFill>
              </a:rPr>
              <a:t>Ganho de resolução: 256× maior que o DAC nativo!</a:t>
            </a:r>
          </a:p>
        </p:txBody>
      </p:sp>
    </p:spTree>
    <p:extLst>
      <p:ext uri="{BB962C8B-B14F-4D97-AF65-F5344CB8AC3E}">
        <p14:creationId xmlns:p14="http://schemas.microsoft.com/office/powerpoint/2010/main" val="40416589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3C2A7C-04D4-2AE4-8D52-3F007FE45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E8ECF1"/>
                </a:solidFill>
              </a:rPr>
              <a:t>PWM Dual — Implementação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A82A60-ED66-AE12-C0EA-492528E8C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pt-BR" sz="1600" b="1" dirty="0">
                <a:solidFill>
                  <a:srgbClr val="00D4AA"/>
                </a:solidFill>
              </a:rPr>
              <a:t>Estratégia de Resolução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Valor desejado (16 bits): </a:t>
            </a:r>
            <a:r>
              <a:rPr lang="pt-BR" sz="1400" b="1" dirty="0">
                <a:solidFill>
                  <a:srgbClr val="F59E0B"/>
                </a:solidFill>
              </a:rPr>
              <a:t>MSB = valor &gt;&gt; 8</a:t>
            </a:r>
            <a:r>
              <a:rPr lang="pt-BR" sz="1400" dirty="0">
                <a:solidFill>
                  <a:srgbClr val="C0CAD8"/>
                </a:solidFill>
              </a:rPr>
              <a:t> (bits 15-8)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Ajuste fino: </a:t>
            </a:r>
            <a:r>
              <a:rPr lang="pt-BR" sz="1400" b="1" dirty="0">
                <a:solidFill>
                  <a:srgbClr val="F59E0B"/>
                </a:solidFill>
              </a:rPr>
              <a:t>LSB = valor &amp; 0xFF</a:t>
            </a:r>
            <a:r>
              <a:rPr lang="pt-BR" sz="1400" dirty="0">
                <a:solidFill>
                  <a:srgbClr val="C0CAD8"/>
                </a:solidFill>
              </a:rPr>
              <a:t> (bits 7-0)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Razão dos resistores: R2/R1 = 2ⁿ (ex: 256×)</a:t>
            </a:r>
          </a:p>
          <a:p>
            <a:pPr>
              <a:buNone/>
            </a:pPr>
            <a:r>
              <a:rPr lang="pt-BR" sz="1400" dirty="0">
                <a:solidFill>
                  <a:srgbClr val="0F1923"/>
                </a:solidFill>
              </a:rPr>
              <a:t> </a:t>
            </a:r>
          </a:p>
          <a:p>
            <a:pPr>
              <a:buNone/>
            </a:pPr>
            <a:r>
              <a:rPr lang="pt-BR" sz="1600" b="1" dirty="0">
                <a:solidFill>
                  <a:srgbClr val="3B82F6"/>
                </a:solidFill>
              </a:rPr>
              <a:t>Componentes Necessários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R1 = 1kΩ (canal MSB) + R2 = 256kΩ (canal LSB)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Capacitor de filtragem: C = 1µF (cerâmico)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2 GPIOs da ESP32 (LEDC canais 0 e 1)</a:t>
            </a:r>
          </a:p>
          <a:p>
            <a:pPr>
              <a:buNone/>
            </a:pPr>
            <a:r>
              <a:rPr lang="pt-BR" sz="1400" dirty="0">
                <a:solidFill>
                  <a:srgbClr val="0F1923"/>
                </a:solidFill>
              </a:rPr>
              <a:t> </a:t>
            </a:r>
          </a:p>
          <a:p>
            <a:pPr>
              <a:buNone/>
            </a:pPr>
            <a:r>
              <a:rPr lang="pt-BR" sz="1600" b="1" dirty="0">
                <a:solidFill>
                  <a:srgbClr val="8B5CF6"/>
                </a:solidFill>
              </a:rPr>
              <a:t>Precisão dos Resistores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Usar resistores de </a:t>
            </a:r>
            <a:r>
              <a:rPr lang="pt-BR" sz="1400" b="1" dirty="0">
                <a:solidFill>
                  <a:srgbClr val="EF4444"/>
                </a:solidFill>
              </a:rPr>
              <a:t>1% de tolerância</a:t>
            </a:r>
            <a:r>
              <a:rPr lang="pt-BR" sz="1400" dirty="0">
                <a:solidFill>
                  <a:srgbClr val="C0CAD8"/>
                </a:solidFill>
              </a:rPr>
              <a:t> (mínimo)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Erro no ratio R2/R1 limita resolução efetiva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Calibração por software pode compensar imprecisões</a:t>
            </a:r>
          </a:p>
        </p:txBody>
      </p:sp>
    </p:spTree>
    <p:extLst>
      <p:ext uri="{BB962C8B-B14F-4D97-AF65-F5344CB8AC3E}">
        <p14:creationId xmlns:p14="http://schemas.microsoft.com/office/powerpoint/2010/main" val="1105969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3BF60-003D-13F2-98F3-E018F1D97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4000" b="1" dirty="0">
                <a:solidFill>
                  <a:srgbClr val="00D4AA"/>
                </a:solidFill>
              </a:rPr>
              <a:t>06</a:t>
            </a:r>
          </a:p>
          <a:p>
            <a:pPr algn="ctr">
              <a:buNone/>
            </a:pPr>
            <a:r>
              <a:rPr lang="pt-BR" sz="3200" b="1" dirty="0">
                <a:solidFill>
                  <a:srgbClr val="E8ECF1"/>
                </a:solidFill>
              </a:rPr>
              <a:t>Comparação: DAC vs PWM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144771-B0B4-3AFA-0B3E-021ECB8A6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A0AEC0"/>
                </a:solidFill>
              </a:rPr>
              <a:t>Análise Comparativa dos Métodos de Geração Analógica</a:t>
            </a:r>
          </a:p>
        </p:txBody>
      </p:sp>
    </p:spTree>
    <p:extLst>
      <p:ext uri="{BB962C8B-B14F-4D97-AF65-F5344CB8AC3E}">
        <p14:creationId xmlns:p14="http://schemas.microsoft.com/office/powerpoint/2010/main" val="22205303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2C2034F1-7877-437D-92EF-0CA175A7E81A}"/>
              </a:ext>
            </a:extLst>
          </p:cNvPr>
          <p:cNvSpPr txBox="1"/>
          <p:nvPr/>
        </p:nvSpPr>
        <p:spPr>
          <a:xfrm>
            <a:off x="635000" y="190500"/>
            <a:ext cx="1092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2800" b="1">
                <a:solidFill>
                  <a:srgbClr val="E8ECF1"/>
                </a:solidFill>
              </a:rPr>
              <a:t>DAC vs PWM — Tabela Comparativa</a:t>
            </a: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342F13CA-B567-436F-80D8-834CF91CE9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812470"/>
              </p:ext>
            </p:extLst>
          </p:nvPr>
        </p:nvGraphicFramePr>
        <p:xfrm>
          <a:off x="635000" y="889000"/>
          <a:ext cx="10921998" cy="295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333">
                  <a:extLst>
                    <a:ext uri="{9D8B030D-6E8A-4147-A177-3AD203B41FA5}">
                      <a16:colId xmlns:a16="http://schemas.microsoft.com/office/drawing/2014/main" val="1119056797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3063413767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1965422153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1825908043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241003833"/>
                    </a:ext>
                  </a:extLst>
                </a:gridCol>
                <a:gridCol w="1820333">
                  <a:extLst>
                    <a:ext uri="{9D8B030D-6E8A-4147-A177-3AD203B41FA5}">
                      <a16:colId xmlns:a16="http://schemas.microsoft.com/office/drawing/2014/main" val="3442923587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F1923"/>
                          </a:solidFill>
                        </a:rPr>
                        <a:t>Método</a:t>
                      </a:r>
                    </a:p>
                  </a:txBody>
                  <a:tcPr anchor="ctr"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F1923"/>
                          </a:solidFill>
                        </a:rPr>
                        <a:t>Qualidade</a:t>
                      </a:r>
                    </a:p>
                  </a:txBody>
                  <a:tcPr anchor="ctr"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F1923"/>
                          </a:solidFill>
                        </a:rPr>
                        <a:t>Resolução</a:t>
                      </a:r>
                    </a:p>
                  </a:txBody>
                  <a:tcPr anchor="ctr"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F1923"/>
                          </a:solidFill>
                        </a:rPr>
                        <a:t>Complexidade</a:t>
                      </a:r>
                    </a:p>
                  </a:txBody>
                  <a:tcPr anchor="ctr"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F1923"/>
                          </a:solidFill>
                        </a:rPr>
                        <a:t>Hardware Extra</a:t>
                      </a:r>
                    </a:p>
                  </a:txBody>
                  <a:tcPr anchor="ctr">
                    <a:solidFill>
                      <a:srgbClr val="00D4A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1">
                          <a:solidFill>
                            <a:srgbClr val="0F1923"/>
                          </a:solidFill>
                        </a:rPr>
                        <a:t>Uso Ideal</a:t>
                      </a:r>
                    </a:p>
                  </a:txBody>
                  <a:tcPr anchor="ctr">
                    <a:solidFill>
                      <a:srgbClr val="00D4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051624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E8ECF1"/>
                          </a:solidFill>
                        </a:rPr>
                        <a:t>DAC Nativo</a:t>
                      </a:r>
                    </a:p>
                  </a:txBody>
                  <a:tcPr anchor="ctr">
                    <a:solidFill>
                      <a:srgbClr val="1A27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0CAD8"/>
                          </a:solidFill>
                        </a:rPr>
                        <a:t>Média</a:t>
                      </a:r>
                    </a:p>
                  </a:txBody>
                  <a:tcPr anchor="ctr">
                    <a:solidFill>
                      <a:srgbClr val="1A27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0CAD8"/>
                          </a:solidFill>
                        </a:rPr>
                        <a:t>8 bits (256)</a:t>
                      </a:r>
                    </a:p>
                  </a:txBody>
                  <a:tcPr anchor="ctr">
                    <a:solidFill>
                      <a:srgbClr val="1A27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0CAD8"/>
                          </a:solidFill>
                        </a:rPr>
                        <a:t>Baixa</a:t>
                      </a:r>
                    </a:p>
                  </a:txBody>
                  <a:tcPr anchor="ctr">
                    <a:solidFill>
                      <a:srgbClr val="1A27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0CAD8"/>
                          </a:solidFill>
                        </a:rPr>
                        <a:t>Nenhum</a:t>
                      </a:r>
                    </a:p>
                  </a:txBody>
                  <a:tcPr anchor="ctr">
                    <a:solidFill>
                      <a:srgbClr val="1A27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0CAD8"/>
                          </a:solidFill>
                        </a:rPr>
                        <a:t>Sinais simples</a:t>
                      </a:r>
                    </a:p>
                  </a:txBody>
                  <a:tcPr anchor="ctr">
                    <a:solidFill>
                      <a:srgbClr val="1A27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837409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E8ECF1"/>
                          </a:solidFill>
                        </a:rPr>
                        <a:t>PWM (1 canal)</a:t>
                      </a:r>
                    </a:p>
                  </a:txBody>
                  <a:tcPr anchor="ctr">
                    <a:solidFill>
                      <a:srgbClr val="131E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0CAD8"/>
                          </a:solidFill>
                        </a:rPr>
                        <a:t>Baixa/Média</a:t>
                      </a:r>
                    </a:p>
                  </a:txBody>
                  <a:tcPr anchor="ctr">
                    <a:solidFill>
                      <a:srgbClr val="131E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0CAD8"/>
                          </a:solidFill>
                        </a:rPr>
                        <a:t>8-10 bits</a:t>
                      </a:r>
                    </a:p>
                  </a:txBody>
                  <a:tcPr anchor="ctr">
                    <a:solidFill>
                      <a:srgbClr val="131E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0CAD8"/>
                          </a:solidFill>
                        </a:rPr>
                        <a:t>Baixa</a:t>
                      </a:r>
                    </a:p>
                  </a:txBody>
                  <a:tcPr anchor="ctr">
                    <a:solidFill>
                      <a:srgbClr val="131E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0CAD8"/>
                          </a:solidFill>
                        </a:rPr>
                        <a:t>Filtro RC</a:t>
                      </a:r>
                    </a:p>
                  </a:txBody>
                  <a:tcPr anchor="ctr">
                    <a:solidFill>
                      <a:srgbClr val="131E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0CAD8"/>
                          </a:solidFill>
                        </a:rPr>
                        <a:t>Econômico</a:t>
                      </a:r>
                    </a:p>
                  </a:txBody>
                  <a:tcPr anchor="ctr">
                    <a:solidFill>
                      <a:srgbClr val="131E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381708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00D4AA"/>
                          </a:solidFill>
                        </a:rPr>
                        <a:t>PWM (2 canais)</a:t>
                      </a:r>
                    </a:p>
                  </a:txBody>
                  <a:tcPr anchor="ctr">
                    <a:solidFill>
                      <a:srgbClr val="1A27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E8ECF1"/>
                          </a:solidFill>
                        </a:rPr>
                        <a:t>Alta</a:t>
                      </a:r>
                    </a:p>
                  </a:txBody>
                  <a:tcPr anchor="ctr">
                    <a:solidFill>
                      <a:srgbClr val="1A27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E8ECF1"/>
                          </a:solidFill>
                        </a:rPr>
                        <a:t>16 bits (65k)</a:t>
                      </a:r>
                    </a:p>
                  </a:txBody>
                  <a:tcPr anchor="ctr">
                    <a:solidFill>
                      <a:srgbClr val="1A27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E8ECF1"/>
                          </a:solidFill>
                        </a:rPr>
                        <a:t>Média</a:t>
                      </a:r>
                    </a:p>
                  </a:txBody>
                  <a:tcPr anchor="ctr">
                    <a:solidFill>
                      <a:srgbClr val="1A27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E8ECF1"/>
                          </a:solidFill>
                        </a:rPr>
                        <a:t>Filtro RC</a:t>
                      </a:r>
                    </a:p>
                  </a:txBody>
                  <a:tcPr anchor="ctr">
                    <a:solidFill>
                      <a:srgbClr val="1A273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E8ECF1"/>
                          </a:solidFill>
                        </a:rPr>
                        <a:t>Alta precisão</a:t>
                      </a:r>
                    </a:p>
                  </a:txBody>
                  <a:tcPr anchor="ctr">
                    <a:solidFill>
                      <a:srgbClr val="1A273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78903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pt-BR" sz="1400" b="1">
                          <a:solidFill>
                            <a:srgbClr val="E8ECF1"/>
                          </a:solidFill>
                        </a:rPr>
                        <a:t>DAC Externo (I²C)</a:t>
                      </a:r>
                    </a:p>
                  </a:txBody>
                  <a:tcPr anchor="ctr">
                    <a:solidFill>
                      <a:srgbClr val="131E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0CAD8"/>
                          </a:solidFill>
                        </a:rPr>
                        <a:t>Muito Alta</a:t>
                      </a:r>
                    </a:p>
                  </a:txBody>
                  <a:tcPr anchor="ctr">
                    <a:solidFill>
                      <a:srgbClr val="131E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0CAD8"/>
                          </a:solidFill>
                        </a:rPr>
                        <a:t>12-16 bits</a:t>
                      </a:r>
                    </a:p>
                  </a:txBody>
                  <a:tcPr anchor="ctr">
                    <a:solidFill>
                      <a:srgbClr val="131E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0CAD8"/>
                          </a:solidFill>
                        </a:rPr>
                        <a:t>Alta</a:t>
                      </a:r>
                    </a:p>
                  </a:txBody>
                  <a:tcPr anchor="ctr">
                    <a:solidFill>
                      <a:srgbClr val="131E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0CAD8"/>
                          </a:solidFill>
                        </a:rPr>
                        <a:t>Chip + I²C</a:t>
                      </a:r>
                    </a:p>
                  </a:txBody>
                  <a:tcPr anchor="ctr">
                    <a:solidFill>
                      <a:srgbClr val="131E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>
                          <a:solidFill>
                            <a:srgbClr val="C0CAD8"/>
                          </a:solidFill>
                        </a:rPr>
                        <a:t>Profissional</a:t>
                      </a:r>
                    </a:p>
                  </a:txBody>
                  <a:tcPr anchor="ctr">
                    <a:solidFill>
                      <a:srgbClr val="131E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0171220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EAB99205-93CE-4C3F-8895-5C93531AAAB5}"/>
              </a:ext>
            </a:extLst>
          </p:cNvPr>
          <p:cNvSpPr txBox="1"/>
          <p:nvPr/>
        </p:nvSpPr>
        <p:spPr>
          <a:xfrm>
            <a:off x="635000" y="3873500"/>
            <a:ext cx="10922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 b="1">
                <a:solidFill>
                  <a:srgbClr val="F59E0B"/>
                </a:solidFill>
              </a:rPr>
              <a:t>★ PWM com 2 canais oferece o melhor custo-benefício para alta resolução na ESP32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68CAE48-A28A-4BAE-BF70-A51D7C0A210A}"/>
              </a:ext>
            </a:extLst>
          </p:cNvPr>
          <p:cNvSpPr/>
          <p:nvPr/>
        </p:nvSpPr>
        <p:spPr>
          <a:xfrm>
            <a:off x="635000" y="4445000"/>
            <a:ext cx="2540000" cy="1016000"/>
          </a:xfrm>
          <a:prstGeom prst="roundRect">
            <a:avLst/>
          </a:prstGeom>
          <a:solidFill>
            <a:srgbClr val="1A2736"/>
          </a:solidFill>
          <a:ln w="19050" cap="flat" cmpd="sng" algn="ctr">
            <a:solidFill>
              <a:srgbClr val="3B82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A1CD4DF-71D7-412B-A7FF-1FEB387841E3}"/>
              </a:ext>
            </a:extLst>
          </p:cNvPr>
          <p:cNvSpPr txBox="1"/>
          <p:nvPr/>
        </p:nvSpPr>
        <p:spPr>
          <a:xfrm>
            <a:off x="762000" y="4546600"/>
            <a:ext cx="2286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>
                <a:solidFill>
                  <a:srgbClr val="3B82F6"/>
                </a:solidFill>
              </a:rPr>
              <a:t>Velocidade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852A1470-D689-4063-B6A7-CD6FA971F4FB}"/>
              </a:ext>
            </a:extLst>
          </p:cNvPr>
          <p:cNvSpPr txBox="1"/>
          <p:nvPr/>
        </p:nvSpPr>
        <p:spPr>
          <a:xfrm>
            <a:off x="762000" y="4889500"/>
            <a:ext cx="2286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C0CAD8"/>
                </a:solidFill>
              </a:rPr>
              <a:t>DAC &gt; PWM1 &gt; PWM2</a:t>
            </a:r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CB93133E-6A76-4857-95EF-09149B56C55D}"/>
              </a:ext>
            </a:extLst>
          </p:cNvPr>
          <p:cNvSpPr/>
          <p:nvPr/>
        </p:nvSpPr>
        <p:spPr>
          <a:xfrm>
            <a:off x="3429000" y="4445000"/>
            <a:ext cx="2540000" cy="1016000"/>
          </a:xfrm>
          <a:prstGeom prst="roundRect">
            <a:avLst/>
          </a:prstGeom>
          <a:solidFill>
            <a:srgbClr val="1A2736"/>
          </a:solidFill>
          <a:ln w="19050" cap="flat" cmpd="sng" algn="ctr">
            <a:solidFill>
              <a:srgbClr val="00D4A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5DC077B-4F24-4C41-901C-2A510788CFE2}"/>
              </a:ext>
            </a:extLst>
          </p:cNvPr>
          <p:cNvSpPr txBox="1"/>
          <p:nvPr/>
        </p:nvSpPr>
        <p:spPr>
          <a:xfrm>
            <a:off x="3556000" y="4546600"/>
            <a:ext cx="2286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>
                <a:solidFill>
                  <a:srgbClr val="00D4AA"/>
                </a:solidFill>
              </a:rPr>
              <a:t>Resolução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93D9B6E-CE26-4229-8168-A7BF668F2DF1}"/>
              </a:ext>
            </a:extLst>
          </p:cNvPr>
          <p:cNvSpPr txBox="1"/>
          <p:nvPr/>
        </p:nvSpPr>
        <p:spPr>
          <a:xfrm>
            <a:off x="3556000" y="4889500"/>
            <a:ext cx="2286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C0CAD8"/>
                </a:solidFill>
              </a:rPr>
              <a:t>PWM2 &gt; DAC ext &gt; PWM1 &gt; DAC</a:t>
            </a:r>
            <a:endParaRPr lang="pt-BR" sz="1400">
              <a:solidFill>
                <a:srgbClr val="C0CAD8"/>
              </a:solidFill>
            </a:endParaRPr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5A648F01-8BD8-4DCC-B381-82A4F3EA5ACD}"/>
              </a:ext>
            </a:extLst>
          </p:cNvPr>
          <p:cNvSpPr/>
          <p:nvPr/>
        </p:nvSpPr>
        <p:spPr>
          <a:xfrm>
            <a:off x="6223000" y="4445000"/>
            <a:ext cx="2540000" cy="1016000"/>
          </a:xfrm>
          <a:prstGeom prst="roundRect">
            <a:avLst/>
          </a:prstGeom>
          <a:solidFill>
            <a:srgbClr val="1A2736"/>
          </a:solidFill>
          <a:ln w="19050" cap="flat" cmpd="sng" algn="ctr">
            <a:solidFill>
              <a:srgbClr val="F59E0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6B9EB0C-43F3-4784-8D82-1D7B35FBF78E}"/>
              </a:ext>
            </a:extLst>
          </p:cNvPr>
          <p:cNvSpPr txBox="1"/>
          <p:nvPr/>
        </p:nvSpPr>
        <p:spPr>
          <a:xfrm>
            <a:off x="6350000" y="4546600"/>
            <a:ext cx="2286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>
                <a:solidFill>
                  <a:srgbClr val="F59E0B"/>
                </a:solidFill>
              </a:rPr>
              <a:t>Custo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98AAB70-F988-4BC0-B5A2-8C095E27AA24}"/>
              </a:ext>
            </a:extLst>
          </p:cNvPr>
          <p:cNvSpPr txBox="1"/>
          <p:nvPr/>
        </p:nvSpPr>
        <p:spPr>
          <a:xfrm>
            <a:off x="6350000" y="4889500"/>
            <a:ext cx="2286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C0CAD8"/>
                </a:solidFill>
              </a:rPr>
              <a:t>DAC = PWM1 &lt; PWM2 &lt; DAC ext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443CEBEC-7AF2-424E-A98F-01204CD3E48A}"/>
              </a:ext>
            </a:extLst>
          </p:cNvPr>
          <p:cNvSpPr/>
          <p:nvPr/>
        </p:nvSpPr>
        <p:spPr>
          <a:xfrm>
            <a:off x="9017000" y="4445000"/>
            <a:ext cx="2540000" cy="1016000"/>
          </a:xfrm>
          <a:prstGeom prst="roundRect">
            <a:avLst/>
          </a:prstGeom>
          <a:solidFill>
            <a:srgbClr val="1A2736"/>
          </a:solidFill>
          <a:ln w="19050" cap="flat" cmpd="sng" algn="ctr">
            <a:solidFill>
              <a:srgbClr val="8B5CF6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2E9EF1F-8788-43B0-B584-4DDA4FCF17D2}"/>
              </a:ext>
            </a:extLst>
          </p:cNvPr>
          <p:cNvSpPr txBox="1"/>
          <p:nvPr/>
        </p:nvSpPr>
        <p:spPr>
          <a:xfrm>
            <a:off x="9144000" y="4546600"/>
            <a:ext cx="2286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600" b="1">
                <a:solidFill>
                  <a:srgbClr val="8B5CF6"/>
                </a:solidFill>
              </a:rPr>
              <a:t>Simplicidade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8A5C18E0-0707-4B62-80BC-04ECF31B1BB3}"/>
              </a:ext>
            </a:extLst>
          </p:cNvPr>
          <p:cNvSpPr txBox="1"/>
          <p:nvPr/>
        </p:nvSpPr>
        <p:spPr>
          <a:xfrm>
            <a:off x="9144000" y="4889500"/>
            <a:ext cx="2286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BR" sz="1400">
                <a:solidFill>
                  <a:srgbClr val="C0CAD8"/>
                </a:solidFill>
              </a:rPr>
              <a:t>DAC &gt; PWM1 &gt; PWM2 &gt; DAC ext</a:t>
            </a:r>
          </a:p>
        </p:txBody>
      </p:sp>
    </p:spTree>
    <p:extLst>
      <p:ext uri="{BB962C8B-B14F-4D97-AF65-F5344CB8AC3E}">
        <p14:creationId xmlns:p14="http://schemas.microsoft.com/office/powerpoint/2010/main" val="15650715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72CF4-0E9A-6CB1-CC44-EA207B708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4000" b="1" dirty="0">
                <a:solidFill>
                  <a:srgbClr val="00D4AA"/>
                </a:solidFill>
              </a:rPr>
              <a:t>07</a:t>
            </a:r>
          </a:p>
          <a:p>
            <a:pPr algn="ctr">
              <a:buNone/>
            </a:pPr>
            <a:r>
              <a:rPr lang="pt-BR" sz="3200" b="1" dirty="0">
                <a:solidFill>
                  <a:srgbClr val="E8ECF1"/>
                </a:solidFill>
              </a:rPr>
              <a:t>Arquitetura da ESP32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76278D-310E-68A0-654F-11672845F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A0AEC0"/>
                </a:solidFill>
              </a:rPr>
              <a:t>Periféricos DAC e LEDC (PWM)</a:t>
            </a:r>
          </a:p>
        </p:txBody>
      </p:sp>
    </p:spTree>
    <p:extLst>
      <p:ext uri="{BB962C8B-B14F-4D97-AF65-F5344CB8AC3E}">
        <p14:creationId xmlns:p14="http://schemas.microsoft.com/office/powerpoint/2010/main" val="9325994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6B28E4-AE05-463E-6BC1-39759F1D2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E8ECF1"/>
                </a:solidFill>
              </a:rPr>
              <a:t>Periféricos de Saída Analógica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8D1F66-95C5-6551-804D-D5151B0D3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pt-BR" sz="1600" b="1" dirty="0">
                <a:solidFill>
                  <a:srgbClr val="00D4AA"/>
                </a:solidFill>
              </a:rPr>
              <a:t>DAC (Digital-to-Analog Converter)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2 canais independentes (GPIO 25, GPIO 26)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8 bits, R-2R ladder, barramento APB (80 MHz)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Suporta DMA para geração contínua de formas de onda</a:t>
            </a:r>
          </a:p>
          <a:p>
            <a:pPr>
              <a:buNone/>
            </a:pPr>
            <a:r>
              <a:rPr lang="pt-BR" sz="1400" dirty="0">
                <a:solidFill>
                  <a:srgbClr val="0F1923"/>
                </a:solidFill>
              </a:rPr>
              <a:t> </a:t>
            </a:r>
          </a:p>
          <a:p>
            <a:pPr>
              <a:buNone/>
            </a:pPr>
            <a:r>
              <a:rPr lang="pt-BR" sz="1600" b="1" dirty="0">
                <a:solidFill>
                  <a:srgbClr val="3B82F6"/>
                </a:solidFill>
              </a:rPr>
              <a:t>LEDC (LED Control / PWM)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16 canais independentes (8 high-speed + 8 low-speed)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Resolução configurável: </a:t>
            </a:r>
            <a:r>
              <a:rPr lang="pt-BR" sz="1400" b="1" dirty="0">
                <a:solidFill>
                  <a:srgbClr val="F59E0B"/>
                </a:solidFill>
              </a:rPr>
              <a:t>1 a 20 bits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Fonte de clock: APB (80 MHz) ou REF_TICK (1 MHz)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Frequência máxima: 80 MHz / 2ⁿ (ex: 8 bits → 312.5 kHz)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Pode ser mapeado para qualquer GPIO via matrix</a:t>
            </a:r>
          </a:p>
          <a:p>
            <a:pPr>
              <a:buNone/>
            </a:pPr>
            <a:r>
              <a:rPr lang="pt-BR" sz="1400" dirty="0">
                <a:solidFill>
                  <a:srgbClr val="0F1923"/>
                </a:solidFill>
              </a:rPr>
              <a:t> </a:t>
            </a:r>
          </a:p>
          <a:p>
            <a:pPr>
              <a:buNone/>
            </a:pPr>
            <a:r>
              <a:rPr lang="pt-BR" sz="1600" b="1" dirty="0">
                <a:solidFill>
                  <a:srgbClr val="8B5CF6"/>
                </a:solidFill>
              </a:rPr>
              <a:t>Geração Interna do Sinal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Timer conta de 0 até 2ⁿ-1 (período)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Comparador: saída HIGH quando timer &lt; duty_value</a:t>
            </a:r>
          </a:p>
        </p:txBody>
      </p:sp>
    </p:spTree>
    <p:extLst>
      <p:ext uri="{BB962C8B-B14F-4D97-AF65-F5344CB8AC3E}">
        <p14:creationId xmlns:p14="http://schemas.microsoft.com/office/powerpoint/2010/main" val="29270588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AD90FC-B59D-E4F4-7187-E99021C4E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4000" b="1" dirty="0">
                <a:solidFill>
                  <a:srgbClr val="00D4AA"/>
                </a:solidFill>
              </a:rPr>
              <a:t>08</a:t>
            </a:r>
          </a:p>
          <a:p>
            <a:pPr algn="ctr">
              <a:buNone/>
            </a:pPr>
            <a:r>
              <a:rPr lang="pt-BR" sz="3200" b="1" dirty="0">
                <a:solidFill>
                  <a:srgbClr val="E8ECF1"/>
                </a:solidFill>
              </a:rPr>
              <a:t>Código Prático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8AA7772-D8DB-5227-E625-BC31A6F5E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A0AEC0"/>
                </a:solidFill>
              </a:rPr>
              <a:t>PlatformIO + ESP32 | DAC, PWM 1ch, PWM 2ch</a:t>
            </a:r>
          </a:p>
        </p:txBody>
      </p:sp>
    </p:spTree>
    <p:extLst>
      <p:ext uri="{BB962C8B-B14F-4D97-AF65-F5344CB8AC3E}">
        <p14:creationId xmlns:p14="http://schemas.microsoft.com/office/powerpoint/2010/main" val="36865462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635000" y="190500"/>
            <a:ext cx="109220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36576" rIns="45720" bIns="36576" anchor="t"/>
          <a:lstStyle/>
          <a:p>
            <a:pPr algn="l">
              <a:buNone/>
            </a:pPr>
            <a:r>
              <a:rPr lang="pt-BR" sz="2400" b="1" dirty="0">
                <a:solidFill>
                  <a:srgbClr val="E8ECF1"/>
                </a:solidFill>
              </a:rPr>
              <a:t>Código: DAC — Escrita de Valor Analógico</a:t>
            </a:r>
          </a:p>
        </p:txBody>
      </p:sp>
      <p:sp>
        <p:nvSpPr>
          <p:cNvPr id="11" name="CodeBg"/>
          <p:cNvSpPr/>
          <p:nvPr/>
        </p:nvSpPr>
        <p:spPr>
          <a:xfrm>
            <a:off x="635000" y="825500"/>
            <a:ext cx="6985000" cy="43180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D374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" name="Code"/>
          <p:cNvSpPr txBox="1"/>
          <p:nvPr/>
        </p:nvSpPr>
        <p:spPr>
          <a:xfrm>
            <a:off x="762000" y="914400"/>
            <a:ext cx="6731000" cy="412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36576" rIns="45720" bIns="36576" anchor="t"/>
          <a:lstStyle/>
          <a:p>
            <a:pPr algn="l">
              <a:lnSpc>
                <a:spcPts val="1500"/>
              </a:lnSpc>
              <a:buNone/>
            </a:pPr>
            <a:r>
              <a:rPr lang="pt-BR" sz="1200" dirty="0">
                <a:solidFill>
                  <a:srgbClr val="EF4444"/>
                </a:solidFill>
                <a:latin typeface="Consolas"/>
              </a:rPr>
              <a:t>#include &lt;Arduino.h&gt;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200" dirty="0">
                <a:solidFill>
                  <a:srgbClr val="C0CAD8"/>
                </a:solidFill>
                <a:latin typeface="Consolas"/>
              </a:rPr>
              <a:t> 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200" dirty="0">
                <a:solidFill>
                  <a:srgbClr val="8B5CF6"/>
                </a:solidFill>
                <a:latin typeface="Consolas"/>
              </a:rPr>
              <a:t>#define DAC_PIN  25   // GPIO 25 = DAC1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200" dirty="0">
                <a:solidFill>
                  <a:srgbClr val="8B5CF6"/>
                </a:solidFill>
                <a:latin typeface="Consolas"/>
              </a:rPr>
              <a:t>#define DAC_PIN2 26   // GPIO 26 = DAC2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200" dirty="0">
                <a:solidFill>
                  <a:srgbClr val="C0CAD8"/>
                </a:solidFill>
                <a:latin typeface="Consolas"/>
              </a:rPr>
              <a:t> 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200" dirty="0">
                <a:solidFill>
                  <a:srgbClr val="3B82F6"/>
                </a:solidFill>
                <a:latin typeface="Consolas"/>
              </a:rPr>
              <a:t>void setup() {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200" dirty="0">
                <a:solidFill>
                  <a:srgbClr val="C0CAD8"/>
                </a:solidFill>
                <a:latin typeface="Consolas"/>
              </a:rPr>
              <a:t>  Serial.begin(115200);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200" dirty="0">
                <a:solidFill>
                  <a:srgbClr val="3B82F6"/>
                </a:solidFill>
                <a:latin typeface="Consolas"/>
              </a:rPr>
              <a:t>}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200" dirty="0">
                <a:solidFill>
                  <a:srgbClr val="C0CAD8"/>
                </a:solidFill>
                <a:latin typeface="Consolas"/>
              </a:rPr>
              <a:t> 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200" dirty="0">
                <a:solidFill>
                  <a:srgbClr val="3B82F6"/>
                </a:solidFill>
                <a:latin typeface="Consolas"/>
              </a:rPr>
              <a:t>void loop() {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200" dirty="0">
                <a:solidFill>
                  <a:srgbClr val="718096"/>
                </a:solidFill>
                <a:latin typeface="Consolas"/>
              </a:rPr>
              <a:t>  // Rampa de 0 a 3.3V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200" dirty="0">
                <a:solidFill>
                  <a:srgbClr val="C0CAD8"/>
                </a:solidFill>
                <a:latin typeface="Consolas"/>
              </a:rPr>
              <a:t>  for (int i = 0; i &lt; 256; i++) {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200" dirty="0">
                <a:solidFill>
                  <a:srgbClr val="00D4AA"/>
                </a:solidFill>
                <a:latin typeface="Consolas"/>
              </a:rPr>
              <a:t>    dacWrite(DAC_PIN, i);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200" dirty="0">
                <a:solidFill>
                  <a:srgbClr val="C0CAD8"/>
                </a:solidFill>
                <a:latin typeface="Consolas"/>
              </a:rPr>
              <a:t>    delay(10);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200" dirty="0">
                <a:solidFill>
                  <a:srgbClr val="C0CAD8"/>
                </a:solidFill>
                <a:latin typeface="Consolas"/>
              </a:rPr>
              <a:t>  }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200" dirty="0">
                <a:solidFill>
                  <a:srgbClr val="718096"/>
                </a:solidFill>
                <a:latin typeface="Consolas"/>
              </a:rPr>
              <a:t>  // Valor fixo: 1.65V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200" dirty="0">
                <a:solidFill>
                  <a:srgbClr val="00D4AA"/>
                </a:solidFill>
                <a:latin typeface="Consolas"/>
              </a:rPr>
              <a:t>  dacWrite(DAC_PIN, 128);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200" dirty="0">
                <a:solidFill>
                  <a:srgbClr val="C0CAD8"/>
                </a:solidFill>
                <a:latin typeface="Consolas"/>
              </a:rPr>
              <a:t>  delay(2000);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200" dirty="0">
                <a:solidFill>
                  <a:srgbClr val="3B82F6"/>
                </a:solidFill>
                <a:latin typeface="Consolas"/>
              </a:rPr>
              <a:t>}</a:t>
            </a:r>
          </a:p>
        </p:txBody>
      </p:sp>
      <p:sp>
        <p:nvSpPr>
          <p:cNvPr id="20" name="ExplBg"/>
          <p:cNvSpPr/>
          <p:nvPr/>
        </p:nvSpPr>
        <p:spPr>
          <a:xfrm>
            <a:off x="7874000" y="825500"/>
            <a:ext cx="3683000" cy="4318000"/>
          </a:xfrm>
          <a:prstGeom prst="roundRect">
            <a:avLst/>
          </a:prstGeom>
          <a:solidFill>
            <a:srgbClr val="1A2736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" name="ExplTitle"/>
          <p:cNvSpPr txBox="1"/>
          <p:nvPr/>
        </p:nvSpPr>
        <p:spPr>
          <a:xfrm>
            <a:off x="8001000" y="914400"/>
            <a:ext cx="3429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36576" rIns="45720" bIns="36576" anchor="t"/>
          <a:lstStyle/>
          <a:p>
            <a:pPr algn="l">
              <a:buNone/>
            </a:pPr>
            <a:r>
              <a:rPr lang="pt-BR" sz="1600" b="1" dirty="0">
                <a:solidFill>
                  <a:srgbClr val="00D4AA"/>
                </a:solidFill>
              </a:rPr>
              <a:t>Pontos-Chave</a:t>
            </a:r>
          </a:p>
        </p:txBody>
      </p:sp>
      <p:sp>
        <p:nvSpPr>
          <p:cNvPr id="22" name="Expl"/>
          <p:cNvSpPr txBox="1"/>
          <p:nvPr/>
        </p:nvSpPr>
        <p:spPr>
          <a:xfrm>
            <a:off x="8001000" y="1270000"/>
            <a:ext cx="3429000" cy="3683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36576" rIns="45720" bIns="36576" anchor="t"/>
          <a:lstStyle/>
          <a:p>
            <a:pPr algn="l">
              <a:lnSpc>
                <a:spcPts val="1500"/>
              </a:lnSpc>
              <a:buNone/>
            </a:pPr>
            <a:r>
              <a:rPr lang="pt-BR" sz="1400" b="1" dirty="0">
                <a:solidFill>
                  <a:srgbClr val="F59E0B"/>
                </a:solidFill>
              </a:rPr>
              <a:t>dacWrite(pin, valor)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Função nativa do Arduino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1A2736"/>
                </a:solidFill>
              </a:rPr>
              <a:t> 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b="1" dirty="0">
                <a:solidFill>
                  <a:srgbClr val="F59E0B"/>
                </a:solidFill>
              </a:rPr>
              <a:t>valor: 0 a 255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0 = 0V, 128 = 1.65V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255 = 3.3V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1A2736"/>
                </a:solidFill>
              </a:rPr>
              <a:t> 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b="1" dirty="0">
                <a:solidFill>
                  <a:srgbClr val="00D4AA"/>
                </a:solidFill>
              </a:rPr>
              <a:t>Sem configuração!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Não precisa de timer,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canal ou frequência.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Apenas 1 linha de código.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1A2736"/>
                </a:solidFill>
              </a:rPr>
              <a:t> 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b="1" dirty="0">
                <a:solidFill>
                  <a:srgbClr val="EF4444"/>
                </a:solidFill>
              </a:rPr>
              <a:t>⚠ Limitação: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Apenas GPIO 25 e 26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8 bits = 12.9mV/step</a:t>
            </a:r>
          </a:p>
        </p:txBody>
      </p:sp>
      <p:sp>
        <p:nvSpPr>
          <p:cNvPr id="30" name="Badge"/>
          <p:cNvSpPr/>
          <p:nvPr/>
        </p:nvSpPr>
        <p:spPr>
          <a:xfrm>
            <a:off x="635000" y="5270500"/>
            <a:ext cx="10922000" cy="381000"/>
          </a:xfrm>
          <a:prstGeom prst="roundRect">
            <a:avLst/>
          </a:prstGeom>
          <a:solidFill>
            <a:srgbClr val="131E2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" name="BadgeText"/>
          <p:cNvSpPr txBox="1"/>
          <p:nvPr/>
        </p:nvSpPr>
        <p:spPr>
          <a:xfrm>
            <a:off x="762000" y="5295900"/>
            <a:ext cx="10668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36576" rIns="45720" bIns="36576" anchor="t"/>
          <a:lstStyle/>
          <a:p>
            <a:pPr algn="ctr">
              <a:buNone/>
            </a:pPr>
            <a:r>
              <a:rPr lang="pt-BR" sz="1400" dirty="0">
                <a:solidFill>
                  <a:srgbClr val="A0AEC0"/>
                </a:solidFill>
              </a:rPr>
              <a:t>PlatformIO | framework = arduino | board = esp32dev</a:t>
            </a:r>
          </a:p>
        </p:txBody>
      </p:sp>
    </p:spTree>
    <p:extLst>
      <p:ext uri="{BB962C8B-B14F-4D97-AF65-F5344CB8AC3E}">
        <p14:creationId xmlns:p14="http://schemas.microsoft.com/office/powerpoint/2010/main" val="26258825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635000" y="190500"/>
            <a:ext cx="109220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36576" rIns="45720" bIns="36576" anchor="t"/>
          <a:lstStyle/>
          <a:p>
            <a:pPr algn="l">
              <a:buNone/>
            </a:pPr>
            <a:r>
              <a:rPr lang="pt-BR" sz="2400" b="1" dirty="0">
                <a:solidFill>
                  <a:srgbClr val="E8ECF1"/>
                </a:solidFill>
              </a:rPr>
              <a:t>Código: PWM 1 Canal (LEDC)</a:t>
            </a:r>
          </a:p>
        </p:txBody>
      </p:sp>
      <p:sp>
        <p:nvSpPr>
          <p:cNvPr id="11" name="CodeBg"/>
          <p:cNvSpPr/>
          <p:nvPr/>
        </p:nvSpPr>
        <p:spPr>
          <a:xfrm>
            <a:off x="635000" y="825500"/>
            <a:ext cx="6985000" cy="45720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D374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" name="Code"/>
          <p:cNvSpPr txBox="1"/>
          <p:nvPr/>
        </p:nvSpPr>
        <p:spPr>
          <a:xfrm>
            <a:off x="762000" y="914400"/>
            <a:ext cx="6731000" cy="4381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36576" rIns="45720" bIns="36576" anchor="t"/>
          <a:lstStyle/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EF4444"/>
                </a:solidFill>
                <a:latin typeface="Consolas"/>
              </a:rPr>
              <a:t>#include &lt;Arduino.h&gt;</a:t>
            </a:r>
          </a:p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C0CAD8"/>
                </a:solidFill>
                <a:latin typeface="Consolas"/>
              </a:rPr>
              <a:t> </a:t>
            </a:r>
          </a:p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8B5CF6"/>
                </a:solidFill>
                <a:latin typeface="Consolas"/>
              </a:rPr>
              <a:t>#define PWM_PIN    18</a:t>
            </a:r>
          </a:p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8B5CF6"/>
                </a:solidFill>
                <a:latin typeface="Consolas"/>
              </a:rPr>
              <a:t>#define PWM_FREQ   5000  // 5kHz</a:t>
            </a:r>
          </a:p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8B5CF6"/>
                </a:solidFill>
                <a:latin typeface="Consolas"/>
              </a:rPr>
              <a:t>#define PWM_CH     0</a:t>
            </a:r>
          </a:p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8B5CF6"/>
                </a:solidFill>
                <a:latin typeface="Consolas"/>
              </a:rPr>
              <a:t>#define PWM_RES    8     // 8 bits</a:t>
            </a:r>
          </a:p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C0CAD8"/>
                </a:solidFill>
                <a:latin typeface="Consolas"/>
              </a:rPr>
              <a:t> </a:t>
            </a:r>
          </a:p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3B82F6"/>
                </a:solidFill>
                <a:latin typeface="Consolas"/>
              </a:rPr>
              <a:t>void setup() {</a:t>
            </a:r>
          </a:p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718096"/>
                </a:solidFill>
                <a:latin typeface="Consolas"/>
              </a:rPr>
              <a:t>  // Configura canal LEDC</a:t>
            </a:r>
          </a:p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00D4AA"/>
                </a:solidFill>
                <a:latin typeface="Consolas"/>
              </a:rPr>
              <a:t>  ledcSetup(PWM_CH, PWM_FREQ, PWM_RES);</a:t>
            </a:r>
          </a:p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718096"/>
                </a:solidFill>
                <a:latin typeface="Consolas"/>
              </a:rPr>
              <a:t>  // Associa canal ao GPIO</a:t>
            </a:r>
          </a:p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00D4AA"/>
                </a:solidFill>
                <a:latin typeface="Consolas"/>
              </a:rPr>
              <a:t>  ledcAttachPin(PWM_PIN, PWM_CH);</a:t>
            </a:r>
          </a:p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3B82F6"/>
                </a:solidFill>
                <a:latin typeface="Consolas"/>
              </a:rPr>
              <a:t>}</a:t>
            </a:r>
          </a:p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C0CAD8"/>
                </a:solidFill>
                <a:latin typeface="Consolas"/>
              </a:rPr>
              <a:t> </a:t>
            </a:r>
          </a:p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3B82F6"/>
                </a:solidFill>
                <a:latin typeface="Consolas"/>
              </a:rPr>
              <a:t>void loop() {</a:t>
            </a:r>
          </a:p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718096"/>
                </a:solidFill>
                <a:latin typeface="Consolas"/>
              </a:rPr>
              <a:t>  // Rampa de duty cycle</a:t>
            </a:r>
          </a:p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C0CAD8"/>
                </a:solidFill>
                <a:latin typeface="Consolas"/>
              </a:rPr>
              <a:t>  for (int d = 0; d &lt; 256; d++) {</a:t>
            </a:r>
          </a:p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00D4AA"/>
                </a:solidFill>
                <a:latin typeface="Consolas"/>
              </a:rPr>
              <a:t>    ledcWrite(PWM_CH, d);</a:t>
            </a:r>
          </a:p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C0CAD8"/>
                </a:solidFill>
                <a:latin typeface="Consolas"/>
              </a:rPr>
              <a:t>    delay(10);</a:t>
            </a:r>
          </a:p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C0CAD8"/>
                </a:solidFill>
                <a:latin typeface="Consolas"/>
              </a:rPr>
              <a:t>  }</a:t>
            </a:r>
          </a:p>
          <a:p>
            <a:pPr algn="l">
              <a:lnSpc>
                <a:spcPts val="1400"/>
              </a:lnSpc>
              <a:buNone/>
            </a:pPr>
            <a:r>
              <a:rPr lang="pt-BR" sz="1100" dirty="0">
                <a:solidFill>
                  <a:srgbClr val="3B82F6"/>
                </a:solidFill>
                <a:latin typeface="Consolas"/>
              </a:rPr>
              <a:t>}</a:t>
            </a:r>
          </a:p>
        </p:txBody>
      </p:sp>
      <p:sp>
        <p:nvSpPr>
          <p:cNvPr id="20" name="ExplBg"/>
          <p:cNvSpPr/>
          <p:nvPr/>
        </p:nvSpPr>
        <p:spPr>
          <a:xfrm>
            <a:off x="7874000" y="825500"/>
            <a:ext cx="3683000" cy="4572000"/>
          </a:xfrm>
          <a:prstGeom prst="roundRect">
            <a:avLst/>
          </a:prstGeom>
          <a:solidFill>
            <a:srgbClr val="1A2736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Expl"/>
          <p:cNvSpPr txBox="1"/>
          <p:nvPr/>
        </p:nvSpPr>
        <p:spPr>
          <a:xfrm>
            <a:off x="8001000" y="914400"/>
            <a:ext cx="3429000" cy="4318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36576" rIns="45720" bIns="36576" anchor="t"/>
          <a:lstStyle/>
          <a:p>
            <a:pPr algn="l">
              <a:lnSpc>
                <a:spcPts val="1600"/>
              </a:lnSpc>
              <a:buNone/>
            </a:pPr>
            <a:r>
              <a:rPr lang="pt-BR" sz="1600" b="1" dirty="0">
                <a:solidFill>
                  <a:srgbClr val="3B82F6"/>
                </a:solidFill>
              </a:rPr>
              <a:t>API LEDC (3 passos)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 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400" b="1" dirty="0">
                <a:solidFill>
                  <a:srgbClr val="F59E0B"/>
                </a:solidFill>
              </a:rPr>
              <a:t>1. ledcSetup(ch, freq, res)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Configura timer do canal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 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400" b="1" dirty="0">
                <a:solidFill>
                  <a:srgbClr val="F59E0B"/>
                </a:solidFill>
              </a:rPr>
              <a:t>2. ledcAttachPin(gpio, ch)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Conecta GPIO ao canal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 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400" b="1" dirty="0">
                <a:solidFill>
                  <a:srgbClr val="F59E0B"/>
                </a:solidFill>
              </a:rPr>
              <a:t>3. ledcWrite(ch, duty)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Define duty cycle (0-255)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 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400" b="1" dirty="0">
                <a:solidFill>
                  <a:srgbClr val="00D4AA"/>
                </a:solidFill>
              </a:rPr>
              <a:t>Frequência vs Resolução: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8 bits: até 312.5 kHz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10 bits: até 78.1 kHz</a:t>
            </a:r>
          </a:p>
          <a:p>
            <a:pPr algn="l">
              <a:lnSpc>
                <a:spcPts val="16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13 bits: até 9.8 kHz</a:t>
            </a:r>
          </a:p>
        </p:txBody>
      </p:sp>
      <p:sp>
        <p:nvSpPr>
          <p:cNvPr id="30" name="Badge"/>
          <p:cNvSpPr/>
          <p:nvPr/>
        </p:nvSpPr>
        <p:spPr>
          <a:xfrm>
            <a:off x="635000" y="5524500"/>
            <a:ext cx="10922000" cy="317500"/>
          </a:xfrm>
          <a:prstGeom prst="roundRect">
            <a:avLst/>
          </a:prstGeom>
          <a:solidFill>
            <a:srgbClr val="131E2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" name="BadgeText"/>
          <p:cNvSpPr txBox="1"/>
          <p:nvPr/>
        </p:nvSpPr>
        <p:spPr>
          <a:xfrm>
            <a:off x="762000" y="5549900"/>
            <a:ext cx="10668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36576" rIns="45720" bIns="36576" anchor="t"/>
          <a:lstStyle/>
          <a:p>
            <a:pPr algn="ctr">
              <a:buNone/>
            </a:pPr>
            <a:r>
              <a:rPr lang="pt-BR" sz="1400" dirty="0">
                <a:solidFill>
                  <a:srgbClr val="A0AEC0"/>
                </a:solidFill>
              </a:rPr>
              <a:t>+ Filtro RC na saída (R=10kΩ, C=1µF) para obter tensão DC</a:t>
            </a:r>
          </a:p>
        </p:txBody>
      </p:sp>
    </p:spTree>
    <p:extLst>
      <p:ext uri="{BB962C8B-B14F-4D97-AF65-F5344CB8AC3E}">
        <p14:creationId xmlns:p14="http://schemas.microsoft.com/office/powerpoint/2010/main" val="32005826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635000" y="190500"/>
            <a:ext cx="109220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36576" rIns="45720" bIns="36576" anchor="t"/>
          <a:lstStyle/>
          <a:p>
            <a:pPr algn="l">
              <a:buNone/>
            </a:pPr>
            <a:r>
              <a:rPr lang="pt-BR" sz="2400" b="1" dirty="0">
                <a:solidFill>
                  <a:srgbClr val="E8ECF1"/>
                </a:solidFill>
              </a:rPr>
              <a:t>Código: PWM 2 Canais (Alta Resolução)</a:t>
            </a:r>
          </a:p>
        </p:txBody>
      </p:sp>
      <p:sp>
        <p:nvSpPr>
          <p:cNvPr id="11" name="CodeBg"/>
          <p:cNvSpPr/>
          <p:nvPr/>
        </p:nvSpPr>
        <p:spPr>
          <a:xfrm>
            <a:off x="635000" y="762000"/>
            <a:ext cx="7112000" cy="4826000"/>
          </a:xfrm>
          <a:prstGeom prst="roundRect">
            <a:avLst/>
          </a:prstGeom>
          <a:solidFill>
            <a:srgbClr val="0D1117"/>
          </a:solidFill>
          <a:ln w="12700">
            <a:solidFill>
              <a:srgbClr val="2D3748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12" name="Code"/>
          <p:cNvSpPr txBox="1"/>
          <p:nvPr/>
        </p:nvSpPr>
        <p:spPr>
          <a:xfrm>
            <a:off x="762000" y="850900"/>
            <a:ext cx="6858000" cy="4635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36576" rIns="45720" bIns="36576" anchor="t"/>
          <a:lstStyle/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EF4444"/>
                </a:solidFill>
                <a:latin typeface="Consolas"/>
              </a:rPr>
              <a:t>#include &lt;Arduino.h&gt;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C0CAD8"/>
                </a:solidFill>
                <a:latin typeface="Consolas"/>
              </a:rPr>
              <a:t> 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8B5CF6"/>
                </a:solidFill>
                <a:latin typeface="Consolas"/>
              </a:rPr>
              <a:t>#define MSB_PIN  18  // PWM grosseiro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8B5CF6"/>
                </a:solidFill>
                <a:latin typeface="Consolas"/>
              </a:rPr>
              <a:t>#define LSB_PIN  19  // PWM fino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8B5CF6"/>
                </a:solidFill>
                <a:latin typeface="Consolas"/>
              </a:rPr>
              <a:t>#define FREQ     5000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8B5CF6"/>
                </a:solidFill>
                <a:latin typeface="Consolas"/>
              </a:rPr>
              <a:t>#define RES      8   // 8 bits cada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C0CAD8"/>
                </a:solidFill>
                <a:latin typeface="Consolas"/>
              </a:rPr>
              <a:t> 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3B82F6"/>
                </a:solidFill>
                <a:latin typeface="Consolas"/>
              </a:rPr>
              <a:t>void setup() {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00D4AA"/>
                </a:solidFill>
                <a:latin typeface="Consolas"/>
              </a:rPr>
              <a:t>  ledcSetup(0, FREQ, RES); // MSB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00D4AA"/>
                </a:solidFill>
                <a:latin typeface="Consolas"/>
              </a:rPr>
              <a:t>  ledcSetup(1, FREQ, RES); // LSB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00D4AA"/>
                </a:solidFill>
                <a:latin typeface="Consolas"/>
              </a:rPr>
              <a:t>  ledcAttachPin(MSB_PIN, 0);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00D4AA"/>
                </a:solidFill>
                <a:latin typeface="Consolas"/>
              </a:rPr>
              <a:t>  ledcAttachPin(LSB_PIN, 1);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3B82F6"/>
                </a:solidFill>
                <a:latin typeface="Consolas"/>
              </a:rPr>
              <a:t>}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C0CAD8"/>
                </a:solidFill>
                <a:latin typeface="Consolas"/>
              </a:rPr>
              <a:t> 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718096"/>
                </a:solidFill>
                <a:latin typeface="Consolas"/>
              </a:rPr>
              <a:t>// Escreve valor 16-bit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3B82F6"/>
                </a:solidFill>
                <a:latin typeface="Consolas"/>
              </a:rPr>
              <a:t>void setVoltage16(uint16_t val){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F59E0B"/>
                </a:solidFill>
                <a:latin typeface="Consolas"/>
              </a:rPr>
              <a:t>  uint8_t msb = val &gt;&gt; 8;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F59E0B"/>
                </a:solidFill>
                <a:latin typeface="Consolas"/>
              </a:rPr>
              <a:t>  uint8_t lsb = val &amp; 0xFF;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00D4AA"/>
                </a:solidFill>
                <a:latin typeface="Consolas"/>
              </a:rPr>
              <a:t>  ledcWrite(0, msb);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00D4AA"/>
                </a:solidFill>
                <a:latin typeface="Consolas"/>
              </a:rPr>
              <a:t>  ledcWrite(1, lsb);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3B82F6"/>
                </a:solidFill>
                <a:latin typeface="Consolas"/>
              </a:rPr>
              <a:t>}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C0CAD8"/>
                </a:solidFill>
                <a:latin typeface="Consolas"/>
              </a:rPr>
              <a:t> 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3B82F6"/>
                </a:solidFill>
                <a:latin typeface="Consolas"/>
              </a:rPr>
              <a:t>void loop() {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C0CAD8"/>
                </a:solidFill>
                <a:latin typeface="Consolas"/>
              </a:rPr>
              <a:t>  setVoltage16(32768); // ~1.65V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C0CAD8"/>
                </a:solidFill>
                <a:latin typeface="Consolas"/>
              </a:rPr>
              <a:t>  delay(1000);</a:t>
            </a:r>
          </a:p>
          <a:p>
            <a:pPr algn="l">
              <a:lnSpc>
                <a:spcPts val="1300"/>
              </a:lnSpc>
              <a:buNone/>
            </a:pPr>
            <a:r>
              <a:rPr lang="pt-BR" sz="1100" dirty="0">
                <a:solidFill>
                  <a:srgbClr val="3B82F6"/>
                </a:solidFill>
                <a:latin typeface="Consolas"/>
              </a:rPr>
              <a:t>}</a:t>
            </a:r>
          </a:p>
        </p:txBody>
      </p:sp>
      <p:sp>
        <p:nvSpPr>
          <p:cNvPr id="20" name="ExplBg"/>
          <p:cNvSpPr/>
          <p:nvPr/>
        </p:nvSpPr>
        <p:spPr>
          <a:xfrm>
            <a:off x="7937500" y="762000"/>
            <a:ext cx="3619500" cy="4826000"/>
          </a:xfrm>
          <a:prstGeom prst="roundRect">
            <a:avLst/>
          </a:prstGeom>
          <a:solidFill>
            <a:srgbClr val="1A2736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" name="Expl"/>
          <p:cNvSpPr txBox="1"/>
          <p:nvPr/>
        </p:nvSpPr>
        <p:spPr>
          <a:xfrm>
            <a:off x="8064500" y="850900"/>
            <a:ext cx="3365500" cy="4635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36576" rIns="45720" bIns="36576" anchor="t"/>
          <a:lstStyle/>
          <a:p>
            <a:pPr algn="l">
              <a:lnSpc>
                <a:spcPts val="1500"/>
              </a:lnSpc>
              <a:buNone/>
            </a:pPr>
            <a:r>
              <a:rPr lang="pt-BR" sz="1600" b="1" dirty="0">
                <a:solidFill>
                  <a:srgbClr val="00D4AA"/>
                </a:solidFill>
              </a:rPr>
              <a:t>Como funciona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 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b="1" dirty="0">
                <a:solidFill>
                  <a:srgbClr val="3B82F6"/>
                </a:solidFill>
              </a:rPr>
              <a:t>val &gt;&gt; 8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Extrai 8 bits superiores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(contribuição principal)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 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b="1" dirty="0">
                <a:solidFill>
                  <a:srgbClr val="8B5CF6"/>
                </a:solidFill>
              </a:rPr>
              <a:t>val &amp; 0xFF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Extrai 8 bits inferiores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(ajuste fino: /256)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 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b="1" dirty="0">
                <a:solidFill>
                  <a:srgbClr val="F59E0B"/>
                </a:solidFill>
              </a:rPr>
              <a:t>Circuito necessário: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MSB: R1 = 1kΩ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LSB: R2 = 256kΩ</a:t>
            </a:r>
          </a:p>
          <a:p>
            <a:pPr algn="l">
              <a:lnSpc>
                <a:spcPts val="1500"/>
              </a:lnSpc>
              <a:buNone/>
            </a:pPr>
            <a:r>
              <a:rPr lang="pt-BR" sz="1400" dirty="0">
                <a:solidFill>
                  <a:srgbClr val="C0CAD8"/>
                </a:solidFill>
              </a:rPr>
              <a:t>C = 1µF (filtro)</a:t>
            </a:r>
          </a:p>
        </p:txBody>
      </p:sp>
    </p:spTree>
    <p:extLst>
      <p:ext uri="{BB962C8B-B14F-4D97-AF65-F5344CB8AC3E}">
        <p14:creationId xmlns:p14="http://schemas.microsoft.com/office/powerpoint/2010/main" val="11620745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10290B-51EC-C1C1-36A0-8448B536B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buNone/>
            </a:pPr>
            <a:r>
              <a:rPr lang="pt-BR" sz="4000" b="1" dirty="0">
                <a:solidFill>
                  <a:srgbClr val="00D4AA"/>
                </a:solidFill>
              </a:rPr>
              <a:t>09</a:t>
            </a:r>
          </a:p>
          <a:p>
            <a:pPr algn="ctr">
              <a:buNone/>
            </a:pPr>
            <a:r>
              <a:rPr lang="pt-BR" sz="3200" b="1" dirty="0">
                <a:solidFill>
                  <a:srgbClr val="E8ECF1"/>
                </a:solidFill>
              </a:rPr>
              <a:t>Aplicações Reais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78D14A-CEC4-72A4-5914-CC508BCDD0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buNone/>
            </a:pPr>
            <a:r>
              <a:rPr lang="pt-BR" sz="1800" dirty="0">
                <a:solidFill>
                  <a:srgbClr val="A0AEC0"/>
                </a:solidFill>
              </a:rPr>
              <a:t>Áudio · Motores · Formas de Onda · Controle de Potência</a:t>
            </a:r>
          </a:p>
        </p:txBody>
      </p:sp>
    </p:spTree>
    <p:extLst>
      <p:ext uri="{BB962C8B-B14F-4D97-AF65-F5344CB8AC3E}">
        <p14:creationId xmlns:p14="http://schemas.microsoft.com/office/powerpoint/2010/main" val="19015337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635000" y="190500"/>
            <a:ext cx="109220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2800" b="1" dirty="0">
                <a:solidFill>
                  <a:srgbClr val="E8ECF1"/>
                </a:solidFill>
              </a:rPr>
              <a:t>Aplicações Práticas</a:t>
            </a:r>
          </a:p>
        </p:txBody>
      </p:sp>
      <p:sp>
        <p:nvSpPr>
          <p:cNvPr id="20" name="Card0"/>
          <p:cNvSpPr/>
          <p:nvPr/>
        </p:nvSpPr>
        <p:spPr>
          <a:xfrm>
            <a:off x="635000" y="825500"/>
            <a:ext cx="5207000" cy="2413000"/>
          </a:xfrm>
          <a:prstGeom prst="roundRect">
            <a:avLst/>
          </a:prstGeom>
          <a:solidFill>
            <a:srgbClr val="131E2D"/>
          </a:solidFill>
          <a:ln w="12700">
            <a:solidFill>
              <a:srgbClr val="3B82F6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21" name="Icon0"/>
          <p:cNvSpPr/>
          <p:nvPr/>
        </p:nvSpPr>
        <p:spPr>
          <a:xfrm>
            <a:off x="825500" y="1016000"/>
            <a:ext cx="508000" cy="508000"/>
          </a:xfrm>
          <a:prstGeom prst="ellipse">
            <a:avLst/>
          </a:prstGeom>
          <a:solidFill>
            <a:srgbClr val="3B82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22" name="IconTxt0"/>
          <p:cNvSpPr txBox="1"/>
          <p:nvPr/>
        </p:nvSpPr>
        <p:spPr>
          <a:xfrm>
            <a:off x="825500" y="1016000"/>
            <a:ext cx="5080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800" b="1" dirty="0">
                <a:solidFill>
                  <a:srgbClr val="0F1923"/>
                </a:solidFill>
              </a:rPr>
              <a:t>♪</a:t>
            </a:r>
          </a:p>
        </p:txBody>
      </p:sp>
      <p:sp>
        <p:nvSpPr>
          <p:cNvPr id="23" name="Title0"/>
          <p:cNvSpPr txBox="1"/>
          <p:nvPr/>
        </p:nvSpPr>
        <p:spPr>
          <a:xfrm>
            <a:off x="1460500" y="1016000"/>
            <a:ext cx="4191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800" b="1" dirty="0">
                <a:solidFill>
                  <a:srgbClr val="3B82F6"/>
                </a:solidFill>
              </a:rPr>
              <a:t>Geração de Áudio</a:t>
            </a:r>
          </a:p>
        </p:txBody>
      </p:sp>
      <p:sp>
        <p:nvSpPr>
          <p:cNvPr id="24" name="Tag0"/>
          <p:cNvSpPr/>
          <p:nvPr/>
        </p:nvSpPr>
        <p:spPr>
          <a:xfrm>
            <a:off x="1460500" y="1397000"/>
            <a:ext cx="2540000" cy="279400"/>
          </a:xfrm>
          <a:prstGeom prst="roundRect">
            <a:avLst/>
          </a:prstGeom>
          <a:solidFill>
            <a:srgbClr val="1A2736"/>
          </a:solidFill>
          <a:ln w="9525">
            <a:solidFill>
              <a:srgbClr val="3B82F6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25" name="TagTxt0"/>
          <p:cNvSpPr txBox="1"/>
          <p:nvPr/>
        </p:nvSpPr>
        <p:spPr>
          <a:xfrm>
            <a:off x="1460500" y="1397000"/>
            <a:ext cx="2540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3B82F6"/>
                </a:solidFill>
              </a:rPr>
              <a:t>DAC ou PWM filtrado</a:t>
            </a:r>
          </a:p>
        </p:txBody>
      </p:sp>
      <p:sp>
        <p:nvSpPr>
          <p:cNvPr id="26" name="Desc0"/>
          <p:cNvSpPr txBox="1"/>
          <p:nvPr/>
        </p:nvSpPr>
        <p:spPr>
          <a:xfrm>
            <a:off x="825500" y="1778000"/>
            <a:ext cx="4826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400" dirty="0">
                <a:solidFill>
                  <a:srgbClr val="C0CAD8"/>
                </a:solidFill>
              </a:rPr>
              <a:t>Tons simples, beeps, melodias. DAC para áudio direto, PWM + filtro para qualidade aceitável.</a:t>
            </a:r>
          </a:p>
        </p:txBody>
      </p:sp>
      <p:sp>
        <p:nvSpPr>
          <p:cNvPr id="27" name="TipBg0"/>
          <p:cNvSpPr/>
          <p:nvPr/>
        </p:nvSpPr>
        <p:spPr>
          <a:xfrm>
            <a:off x="825500" y="2667000"/>
            <a:ext cx="4826000" cy="355600"/>
          </a:xfrm>
          <a:prstGeom prst="roundRect">
            <a:avLst/>
          </a:prstGeom>
          <a:solidFill>
            <a:srgbClr val="1A273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28" name="Tip0"/>
          <p:cNvSpPr txBox="1"/>
          <p:nvPr/>
        </p:nvSpPr>
        <p:spPr>
          <a:xfrm>
            <a:off x="825500" y="2667000"/>
            <a:ext cx="4826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F59E0B"/>
                </a:solidFill>
              </a:rPr>
              <a:t>💡 DAC: 8-bit @ 44kHz max</a:t>
            </a:r>
          </a:p>
        </p:txBody>
      </p:sp>
      <p:sp>
        <p:nvSpPr>
          <p:cNvPr id="30" name="Card1"/>
          <p:cNvSpPr/>
          <p:nvPr/>
        </p:nvSpPr>
        <p:spPr>
          <a:xfrm>
            <a:off x="6350000" y="825500"/>
            <a:ext cx="5207000" cy="2413000"/>
          </a:xfrm>
          <a:prstGeom prst="roundRect">
            <a:avLst/>
          </a:prstGeom>
          <a:solidFill>
            <a:srgbClr val="131E2D"/>
          </a:solidFill>
          <a:ln w="12700">
            <a:solidFill>
              <a:srgbClr val="00D4AA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31" name="Icon1"/>
          <p:cNvSpPr/>
          <p:nvPr/>
        </p:nvSpPr>
        <p:spPr>
          <a:xfrm>
            <a:off x="6540500" y="1016000"/>
            <a:ext cx="508000" cy="508000"/>
          </a:xfrm>
          <a:prstGeom prst="ellipse">
            <a:avLst/>
          </a:prstGeom>
          <a:solidFill>
            <a:srgbClr val="00D4AA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32" name="IconTxt1"/>
          <p:cNvSpPr txBox="1"/>
          <p:nvPr/>
        </p:nvSpPr>
        <p:spPr>
          <a:xfrm>
            <a:off x="6540500" y="1016000"/>
            <a:ext cx="5080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800" b="1" dirty="0">
                <a:solidFill>
                  <a:srgbClr val="0F1923"/>
                </a:solidFill>
              </a:rPr>
              <a:t>⚙</a:t>
            </a:r>
          </a:p>
        </p:txBody>
      </p:sp>
      <p:sp>
        <p:nvSpPr>
          <p:cNvPr id="33" name="Title1"/>
          <p:cNvSpPr txBox="1"/>
          <p:nvPr/>
        </p:nvSpPr>
        <p:spPr>
          <a:xfrm>
            <a:off x="7175500" y="1016000"/>
            <a:ext cx="4191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800" b="1" dirty="0">
                <a:solidFill>
                  <a:srgbClr val="00D4AA"/>
                </a:solidFill>
              </a:rPr>
              <a:t>Controle de Motores</a:t>
            </a:r>
          </a:p>
        </p:txBody>
      </p:sp>
      <p:sp>
        <p:nvSpPr>
          <p:cNvPr id="34" name="Tag1"/>
          <p:cNvSpPr/>
          <p:nvPr/>
        </p:nvSpPr>
        <p:spPr>
          <a:xfrm>
            <a:off x="7175500" y="1397000"/>
            <a:ext cx="2540000" cy="279400"/>
          </a:xfrm>
          <a:prstGeom prst="roundRect">
            <a:avLst/>
          </a:prstGeom>
          <a:solidFill>
            <a:srgbClr val="1A2736"/>
          </a:solidFill>
          <a:ln w="9525">
            <a:solidFill>
              <a:srgbClr val="00D4AA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35" name="TagTxt1"/>
          <p:cNvSpPr txBox="1"/>
          <p:nvPr/>
        </p:nvSpPr>
        <p:spPr>
          <a:xfrm>
            <a:off x="7175500" y="1397000"/>
            <a:ext cx="2540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00D4AA"/>
                </a:solidFill>
              </a:rPr>
              <a:t>PWM direto (sem filtro)</a:t>
            </a:r>
          </a:p>
        </p:txBody>
      </p:sp>
      <p:sp>
        <p:nvSpPr>
          <p:cNvPr id="36" name="Desc1"/>
          <p:cNvSpPr txBox="1"/>
          <p:nvPr/>
        </p:nvSpPr>
        <p:spPr>
          <a:xfrm>
            <a:off x="6540500" y="1778000"/>
            <a:ext cx="4826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400" dirty="0">
                <a:solidFill>
                  <a:srgbClr val="C0CAD8"/>
                </a:solidFill>
              </a:rPr>
              <a:t>Controle de velocidade DC, servos, drivers de potência. Duty cycle controla velocidade média.</a:t>
            </a:r>
          </a:p>
        </p:txBody>
      </p:sp>
      <p:sp>
        <p:nvSpPr>
          <p:cNvPr id="37" name="TipBg1"/>
          <p:cNvSpPr/>
          <p:nvPr/>
        </p:nvSpPr>
        <p:spPr>
          <a:xfrm>
            <a:off x="6540500" y="2667000"/>
            <a:ext cx="4826000" cy="355600"/>
          </a:xfrm>
          <a:prstGeom prst="roundRect">
            <a:avLst/>
          </a:prstGeom>
          <a:solidFill>
            <a:srgbClr val="1A273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38" name="Tip1"/>
          <p:cNvSpPr txBox="1"/>
          <p:nvPr/>
        </p:nvSpPr>
        <p:spPr>
          <a:xfrm>
            <a:off x="6540500" y="2667000"/>
            <a:ext cx="4826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F59E0B"/>
                </a:solidFill>
              </a:rPr>
              <a:t>💡 Não precisa de filtro RC!</a:t>
            </a:r>
          </a:p>
        </p:txBody>
      </p:sp>
      <p:sp>
        <p:nvSpPr>
          <p:cNvPr id="40" name="Card2"/>
          <p:cNvSpPr/>
          <p:nvPr/>
        </p:nvSpPr>
        <p:spPr>
          <a:xfrm>
            <a:off x="635000" y="3492500"/>
            <a:ext cx="5207000" cy="2413000"/>
          </a:xfrm>
          <a:prstGeom prst="roundRect">
            <a:avLst/>
          </a:prstGeom>
          <a:solidFill>
            <a:srgbClr val="131E2D"/>
          </a:solidFill>
          <a:ln w="12700">
            <a:solidFill>
              <a:srgbClr val="8B5CF6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41" name="Icon2"/>
          <p:cNvSpPr/>
          <p:nvPr/>
        </p:nvSpPr>
        <p:spPr>
          <a:xfrm>
            <a:off x="825500" y="3683000"/>
            <a:ext cx="508000" cy="508000"/>
          </a:xfrm>
          <a:prstGeom prst="ellipse">
            <a:avLst/>
          </a:prstGeom>
          <a:solidFill>
            <a:srgbClr val="8B5CF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42" name="IconTxt2"/>
          <p:cNvSpPr txBox="1"/>
          <p:nvPr/>
        </p:nvSpPr>
        <p:spPr>
          <a:xfrm>
            <a:off x="825500" y="3683000"/>
            <a:ext cx="5080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800" b="1" dirty="0">
                <a:solidFill>
                  <a:srgbClr val="0F1923"/>
                </a:solidFill>
              </a:rPr>
              <a:t>∿</a:t>
            </a:r>
          </a:p>
        </p:txBody>
      </p:sp>
      <p:sp>
        <p:nvSpPr>
          <p:cNvPr id="43" name="Title2"/>
          <p:cNvSpPr txBox="1"/>
          <p:nvPr/>
        </p:nvSpPr>
        <p:spPr>
          <a:xfrm>
            <a:off x="1460500" y="3683000"/>
            <a:ext cx="4191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800" b="1" dirty="0">
                <a:solidFill>
                  <a:srgbClr val="8B5CF6"/>
                </a:solidFill>
              </a:rPr>
              <a:t>Geração de Formas de Onda</a:t>
            </a:r>
          </a:p>
        </p:txBody>
      </p:sp>
      <p:sp>
        <p:nvSpPr>
          <p:cNvPr id="44" name="Tag2"/>
          <p:cNvSpPr/>
          <p:nvPr/>
        </p:nvSpPr>
        <p:spPr>
          <a:xfrm>
            <a:off x="1460500" y="4064000"/>
            <a:ext cx="2540000" cy="279400"/>
          </a:xfrm>
          <a:prstGeom prst="roundRect">
            <a:avLst/>
          </a:prstGeom>
          <a:solidFill>
            <a:srgbClr val="1A2736"/>
          </a:solidFill>
          <a:ln w="9525">
            <a:solidFill>
              <a:srgbClr val="8B5CF6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45" name="TagTxt2"/>
          <p:cNvSpPr txBox="1"/>
          <p:nvPr/>
        </p:nvSpPr>
        <p:spPr>
          <a:xfrm>
            <a:off x="1460500" y="4064000"/>
            <a:ext cx="2540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8B5CF6"/>
                </a:solidFill>
              </a:rPr>
              <a:t>DAC + DMA ou PWM dual</a:t>
            </a:r>
          </a:p>
        </p:txBody>
      </p:sp>
      <p:sp>
        <p:nvSpPr>
          <p:cNvPr id="46" name="Desc2"/>
          <p:cNvSpPr txBox="1"/>
          <p:nvPr/>
        </p:nvSpPr>
        <p:spPr>
          <a:xfrm>
            <a:off x="825500" y="4445000"/>
            <a:ext cx="4826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400" dirty="0">
                <a:solidFill>
                  <a:srgbClr val="C0CAD8"/>
                </a:solidFill>
              </a:rPr>
              <a:t>Senoide, triangular, dente-de-serra. DAC+DMA para waveforms complexas, PWM dual para precisão.</a:t>
            </a:r>
          </a:p>
        </p:txBody>
      </p:sp>
      <p:sp>
        <p:nvSpPr>
          <p:cNvPr id="47" name="TipBg2"/>
          <p:cNvSpPr/>
          <p:nvPr/>
        </p:nvSpPr>
        <p:spPr>
          <a:xfrm>
            <a:off x="825500" y="5334000"/>
            <a:ext cx="4826000" cy="355600"/>
          </a:xfrm>
          <a:prstGeom prst="roundRect">
            <a:avLst/>
          </a:prstGeom>
          <a:solidFill>
            <a:srgbClr val="1A273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48" name="Tip2"/>
          <p:cNvSpPr txBox="1"/>
          <p:nvPr/>
        </p:nvSpPr>
        <p:spPr>
          <a:xfrm>
            <a:off x="825500" y="5334000"/>
            <a:ext cx="4826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F59E0B"/>
                </a:solidFill>
              </a:rPr>
              <a:t>💡 Até ~100kHz com DAC+DMA</a:t>
            </a:r>
          </a:p>
        </p:txBody>
      </p:sp>
      <p:sp>
        <p:nvSpPr>
          <p:cNvPr id="50" name="Card3"/>
          <p:cNvSpPr/>
          <p:nvPr/>
        </p:nvSpPr>
        <p:spPr>
          <a:xfrm>
            <a:off x="6350000" y="3492500"/>
            <a:ext cx="5207000" cy="2413000"/>
          </a:xfrm>
          <a:prstGeom prst="roundRect">
            <a:avLst/>
          </a:prstGeom>
          <a:solidFill>
            <a:srgbClr val="131E2D"/>
          </a:solidFill>
          <a:ln w="12700">
            <a:solidFill>
              <a:srgbClr val="F59E0B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51" name="Icon3"/>
          <p:cNvSpPr/>
          <p:nvPr/>
        </p:nvSpPr>
        <p:spPr>
          <a:xfrm>
            <a:off x="6540500" y="3683000"/>
            <a:ext cx="508000" cy="5080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52" name="IconTxt3"/>
          <p:cNvSpPr txBox="1"/>
          <p:nvPr/>
        </p:nvSpPr>
        <p:spPr>
          <a:xfrm>
            <a:off x="6540500" y="3683000"/>
            <a:ext cx="508000" cy="508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800" b="1" dirty="0">
                <a:solidFill>
                  <a:srgbClr val="0F1923"/>
                </a:solidFill>
              </a:rPr>
              <a:t>⚡</a:t>
            </a:r>
          </a:p>
        </p:txBody>
      </p:sp>
      <p:sp>
        <p:nvSpPr>
          <p:cNvPr id="53" name="Title3"/>
          <p:cNvSpPr txBox="1"/>
          <p:nvPr/>
        </p:nvSpPr>
        <p:spPr>
          <a:xfrm>
            <a:off x="7175500" y="3683000"/>
            <a:ext cx="4191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800" b="1" dirty="0">
                <a:solidFill>
                  <a:srgbClr val="F59E0B"/>
                </a:solidFill>
              </a:rPr>
              <a:t>Controle Analógico de Potência</a:t>
            </a:r>
          </a:p>
        </p:txBody>
      </p:sp>
      <p:sp>
        <p:nvSpPr>
          <p:cNvPr id="54" name="Tag3"/>
          <p:cNvSpPr/>
          <p:nvPr/>
        </p:nvSpPr>
        <p:spPr>
          <a:xfrm>
            <a:off x="7175500" y="4064000"/>
            <a:ext cx="2540000" cy="279400"/>
          </a:xfrm>
          <a:prstGeom prst="roundRect">
            <a:avLst/>
          </a:prstGeom>
          <a:solidFill>
            <a:srgbClr val="1A2736"/>
          </a:solidFill>
          <a:ln w="9525">
            <a:solidFill>
              <a:srgbClr val="F59E0B"/>
            </a:solidFill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55" name="TagTxt3"/>
          <p:cNvSpPr txBox="1"/>
          <p:nvPr/>
        </p:nvSpPr>
        <p:spPr>
          <a:xfrm>
            <a:off x="7175500" y="4064000"/>
            <a:ext cx="2540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F59E0B"/>
                </a:solidFill>
              </a:rPr>
              <a:t>PWM 2 canais + filtro</a:t>
            </a:r>
          </a:p>
        </p:txBody>
      </p:sp>
      <p:sp>
        <p:nvSpPr>
          <p:cNvPr id="56" name="Desc3"/>
          <p:cNvSpPr txBox="1"/>
          <p:nvPr/>
        </p:nvSpPr>
        <p:spPr>
          <a:xfrm>
            <a:off x="6540500" y="4445000"/>
            <a:ext cx="4826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400" dirty="0">
                <a:solidFill>
                  <a:srgbClr val="C0CAD8"/>
                </a:solidFill>
              </a:rPr>
              <a:t>Referência de tensão precisa, calibração de sensores, controle de LEDs com brilho suave.</a:t>
            </a:r>
          </a:p>
        </p:txBody>
      </p:sp>
      <p:sp>
        <p:nvSpPr>
          <p:cNvPr id="57" name="TipBg3"/>
          <p:cNvSpPr/>
          <p:nvPr/>
        </p:nvSpPr>
        <p:spPr>
          <a:xfrm>
            <a:off x="6540500" y="5334000"/>
            <a:ext cx="4826000" cy="355600"/>
          </a:xfrm>
          <a:prstGeom prst="roundRect">
            <a:avLst/>
          </a:prstGeom>
          <a:solidFill>
            <a:srgbClr val="1A2736"/>
          </a:solidFill>
          <a:ln w="0">
            <a:noFill/>
          </a:ln>
        </p:spPr>
        <p:txBody>
          <a:bodyPr wrap="square" lIns="45720" tIns="0" rIns="45720" bIns="0" anchor="ctr"/>
          <a:lstStyle/>
          <a:p>
            <a:endParaRPr lang="pt-BR"/>
          </a:p>
        </p:txBody>
      </p:sp>
      <p:sp>
        <p:nvSpPr>
          <p:cNvPr id="58" name="Tip3"/>
          <p:cNvSpPr txBox="1"/>
          <p:nvPr/>
        </p:nvSpPr>
        <p:spPr>
          <a:xfrm>
            <a:off x="6540500" y="5334000"/>
            <a:ext cx="4826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F59E0B"/>
                </a:solidFill>
              </a:rPr>
              <a:t>💡 16-bit com técnica dual</a:t>
            </a:r>
          </a:p>
        </p:txBody>
      </p:sp>
    </p:spTree>
    <p:extLst>
      <p:ext uri="{BB962C8B-B14F-4D97-AF65-F5344CB8AC3E}">
        <p14:creationId xmlns:p14="http://schemas.microsoft.com/office/powerpoint/2010/main" val="16409752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0E8C96-00F3-0E5B-00D8-D011842E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buNone/>
            </a:pPr>
            <a:r>
              <a:rPr lang="pt-BR" sz="2800" b="1" dirty="0">
                <a:solidFill>
                  <a:srgbClr val="E8ECF1"/>
                </a:solidFill>
              </a:rPr>
              <a:t>Problemas e Limitações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E894D8-047D-4753-CA9F-AEE4C073F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pt-BR" sz="1600" b="1" dirty="0">
                <a:solidFill>
                  <a:srgbClr val="EF4444"/>
                </a:solidFill>
              </a:rPr>
              <a:t>⚠ Ruído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DAC 8-bit: SNR ≈ 50dB (insuficiente para áudio Hi-Fi)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Acoplamento de ruído digital via alimentação e GND</a:t>
            </a:r>
          </a:p>
          <a:p>
            <a:pPr>
              <a:buNone/>
            </a:pPr>
            <a:r>
              <a:rPr lang="pt-BR" sz="800" dirty="0">
                <a:solidFill>
                  <a:srgbClr val="0F1923"/>
                </a:solidFill>
              </a:rPr>
              <a:t> </a:t>
            </a:r>
          </a:p>
          <a:p>
            <a:pPr>
              <a:buNone/>
            </a:pPr>
            <a:r>
              <a:rPr lang="pt-BR" sz="1600" b="1" dirty="0">
                <a:solidFill>
                  <a:srgbClr val="F59E0B"/>
                </a:solidFill>
              </a:rPr>
              <a:t>⚠ Ripple (Ondulação)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PWM filtrado sempre tem ripple residual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Solução: filtro de 2ª ordem (2 estágios RC) ou ↑ f_PWM</a:t>
            </a:r>
          </a:p>
          <a:p>
            <a:pPr>
              <a:buNone/>
            </a:pPr>
            <a:r>
              <a:rPr lang="pt-BR" sz="800" dirty="0">
                <a:solidFill>
                  <a:srgbClr val="0F1923"/>
                </a:solidFill>
              </a:rPr>
              <a:t> </a:t>
            </a:r>
          </a:p>
          <a:p>
            <a:pPr>
              <a:buNone/>
            </a:pPr>
            <a:r>
              <a:rPr lang="pt-BR" sz="1600" b="1" dirty="0">
                <a:solidFill>
                  <a:srgbClr val="3B82F6"/>
                </a:solidFill>
              </a:rPr>
              <a:t>⚠ Frequência Inadequada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f_PWM baixa = ripple grande; f_PWM alta = menos bits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Interfere com circuitos sensíveis (EMI)</a:t>
            </a:r>
          </a:p>
          <a:p>
            <a:pPr>
              <a:buNone/>
            </a:pPr>
            <a:r>
              <a:rPr lang="pt-BR" sz="800" dirty="0">
                <a:solidFill>
                  <a:srgbClr val="0F1923"/>
                </a:solidFill>
              </a:rPr>
              <a:t> </a:t>
            </a:r>
          </a:p>
          <a:p>
            <a:pPr>
              <a:buNone/>
            </a:pPr>
            <a:r>
              <a:rPr lang="pt-BR" sz="1600" b="1" dirty="0">
                <a:solidFill>
                  <a:srgbClr val="8B5CF6"/>
                </a:solidFill>
              </a:rPr>
              <a:t>⚠ Tempo de Resposta do Filtro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5τ para estabilizar — lento para sinais rápidos</a:t>
            </a:r>
          </a:p>
          <a:p>
            <a:pPr marL="342900" indent="-342900">
              <a:buFont typeface="Arial"/>
              <a:buChar char="•"/>
            </a:pPr>
            <a:r>
              <a:rPr lang="pt-BR" sz="1400" dirty="0">
                <a:solidFill>
                  <a:srgbClr val="C0CAD8"/>
                </a:solidFill>
              </a:rPr>
              <a:t>Para alta velocidade: usar DAC externo (MCP4725, AD5624)</a:t>
            </a:r>
          </a:p>
        </p:txBody>
      </p:sp>
    </p:spTree>
    <p:extLst>
      <p:ext uri="{BB962C8B-B14F-4D97-AF65-F5344CB8AC3E}">
        <p14:creationId xmlns:p14="http://schemas.microsoft.com/office/powerpoint/2010/main" val="42543589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635000" y="381000"/>
            <a:ext cx="10922000" cy="635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3200" b="1" dirty="0">
                <a:solidFill>
                  <a:srgbClr val="E8ECF1"/>
                </a:solidFill>
              </a:rPr>
              <a:t>Resumo — O que Aprendemos</a:t>
            </a:r>
          </a:p>
        </p:txBody>
      </p:sp>
      <p:sp>
        <p:nvSpPr>
          <p:cNvPr id="20" name="CardBg0"/>
          <p:cNvSpPr/>
          <p:nvPr/>
        </p:nvSpPr>
        <p:spPr>
          <a:xfrm>
            <a:off x="635000" y="1206500"/>
            <a:ext cx="2667000" cy="1778000"/>
          </a:xfrm>
          <a:prstGeom prst="roundRect">
            <a:avLst/>
          </a:prstGeom>
          <a:solidFill>
            <a:srgbClr val="131E2D"/>
          </a:solidFill>
          <a:ln w="12700">
            <a:solidFill>
              <a:srgbClr val="00D4AA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21" name="Num0"/>
          <p:cNvSpPr txBox="1"/>
          <p:nvPr/>
        </p:nvSpPr>
        <p:spPr>
          <a:xfrm>
            <a:off x="635000" y="1270000"/>
            <a:ext cx="266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2400" b="1" dirty="0">
                <a:solidFill>
                  <a:srgbClr val="00D4AA"/>
                </a:solidFill>
              </a:rPr>
              <a:t>01</a:t>
            </a:r>
          </a:p>
        </p:txBody>
      </p:sp>
      <p:sp>
        <p:nvSpPr>
          <p:cNvPr id="22" name="CardTitle0"/>
          <p:cNvSpPr txBox="1"/>
          <p:nvPr/>
        </p:nvSpPr>
        <p:spPr>
          <a:xfrm>
            <a:off x="635000" y="1651000"/>
            <a:ext cx="2667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E8ECF1"/>
                </a:solidFill>
              </a:rPr>
              <a:t>DAC</a:t>
            </a:r>
          </a:p>
        </p:txBody>
      </p:sp>
      <p:sp>
        <p:nvSpPr>
          <p:cNvPr id="23" name="CardDesc0"/>
          <p:cNvSpPr txBox="1"/>
          <p:nvPr/>
        </p:nvSpPr>
        <p:spPr>
          <a:xfrm>
            <a:off x="762000" y="2006600"/>
            <a:ext cx="2413000" cy="825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200" dirty="0">
                <a:solidFill>
                  <a:srgbClr val="A0AEC0"/>
                </a:solidFill>
              </a:rPr>
              <a:t>Saída analógica real, 8-bit, simples mas limitado</a:t>
            </a:r>
          </a:p>
        </p:txBody>
      </p:sp>
      <p:sp>
        <p:nvSpPr>
          <p:cNvPr id="30" name="CardBg1"/>
          <p:cNvSpPr/>
          <p:nvPr/>
        </p:nvSpPr>
        <p:spPr>
          <a:xfrm>
            <a:off x="3492500" y="1206500"/>
            <a:ext cx="2667000" cy="1778000"/>
          </a:xfrm>
          <a:prstGeom prst="roundRect">
            <a:avLst/>
          </a:prstGeom>
          <a:solidFill>
            <a:srgbClr val="131E2D"/>
          </a:solidFill>
          <a:ln w="12700">
            <a:solidFill>
              <a:srgbClr val="3B82F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31" name="Num1"/>
          <p:cNvSpPr txBox="1"/>
          <p:nvPr/>
        </p:nvSpPr>
        <p:spPr>
          <a:xfrm>
            <a:off x="3492500" y="1270000"/>
            <a:ext cx="266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2400" b="1" dirty="0">
                <a:solidFill>
                  <a:srgbClr val="3B82F6"/>
                </a:solidFill>
              </a:rPr>
              <a:t>02</a:t>
            </a:r>
          </a:p>
        </p:txBody>
      </p:sp>
      <p:sp>
        <p:nvSpPr>
          <p:cNvPr id="32" name="CardTitle1"/>
          <p:cNvSpPr txBox="1"/>
          <p:nvPr/>
        </p:nvSpPr>
        <p:spPr>
          <a:xfrm>
            <a:off x="3492500" y="1651000"/>
            <a:ext cx="2667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E8ECF1"/>
                </a:solidFill>
              </a:rPr>
              <a:t>PWM 1ch</a:t>
            </a:r>
          </a:p>
        </p:txBody>
      </p:sp>
      <p:sp>
        <p:nvSpPr>
          <p:cNvPr id="33" name="CardDesc1"/>
          <p:cNvSpPr txBox="1"/>
          <p:nvPr/>
        </p:nvSpPr>
        <p:spPr>
          <a:xfrm>
            <a:off x="3619500" y="2006600"/>
            <a:ext cx="2413000" cy="825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200" dirty="0">
                <a:solidFill>
                  <a:srgbClr val="A0AEC0"/>
                </a:solidFill>
              </a:rPr>
              <a:t>Duty cycle + filtro RC, flexível, ripple presente</a:t>
            </a:r>
          </a:p>
        </p:txBody>
      </p:sp>
      <p:sp>
        <p:nvSpPr>
          <p:cNvPr id="40" name="CardBg2"/>
          <p:cNvSpPr/>
          <p:nvPr/>
        </p:nvSpPr>
        <p:spPr>
          <a:xfrm>
            <a:off x="6350000" y="1206500"/>
            <a:ext cx="2667000" cy="1778000"/>
          </a:xfrm>
          <a:prstGeom prst="roundRect">
            <a:avLst/>
          </a:prstGeom>
          <a:solidFill>
            <a:srgbClr val="131E2D"/>
          </a:solidFill>
          <a:ln w="12700">
            <a:solidFill>
              <a:srgbClr val="8B5CF6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41" name="Num2"/>
          <p:cNvSpPr txBox="1"/>
          <p:nvPr/>
        </p:nvSpPr>
        <p:spPr>
          <a:xfrm>
            <a:off x="6350000" y="1270000"/>
            <a:ext cx="266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2400" b="1" dirty="0">
                <a:solidFill>
                  <a:srgbClr val="8B5CF6"/>
                </a:solidFill>
              </a:rPr>
              <a:t>03</a:t>
            </a:r>
          </a:p>
        </p:txBody>
      </p:sp>
      <p:sp>
        <p:nvSpPr>
          <p:cNvPr id="42" name="CardTitle2"/>
          <p:cNvSpPr txBox="1"/>
          <p:nvPr/>
        </p:nvSpPr>
        <p:spPr>
          <a:xfrm>
            <a:off x="6350000" y="1651000"/>
            <a:ext cx="2667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E8ECF1"/>
                </a:solidFill>
              </a:rPr>
              <a:t>PWM 2ch</a:t>
            </a:r>
          </a:p>
        </p:txBody>
      </p:sp>
      <p:sp>
        <p:nvSpPr>
          <p:cNvPr id="43" name="CardDesc2"/>
          <p:cNvSpPr txBox="1"/>
          <p:nvPr/>
        </p:nvSpPr>
        <p:spPr>
          <a:xfrm>
            <a:off x="6477000" y="2006600"/>
            <a:ext cx="2413000" cy="825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200" dirty="0">
                <a:solidFill>
                  <a:srgbClr val="A0AEC0"/>
                </a:solidFill>
              </a:rPr>
              <a:t>MSB+LSB, 16-bit efetivo, alta precisão</a:t>
            </a:r>
          </a:p>
        </p:txBody>
      </p:sp>
      <p:sp>
        <p:nvSpPr>
          <p:cNvPr id="50" name="CardBg3"/>
          <p:cNvSpPr/>
          <p:nvPr/>
        </p:nvSpPr>
        <p:spPr>
          <a:xfrm>
            <a:off x="9207500" y="1206500"/>
            <a:ext cx="2667000" cy="1778000"/>
          </a:xfrm>
          <a:prstGeom prst="roundRect">
            <a:avLst/>
          </a:prstGeom>
          <a:solidFill>
            <a:srgbClr val="131E2D"/>
          </a:solidFill>
          <a:ln w="12700">
            <a:solidFill>
              <a:srgbClr val="F59E0B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51" name="Num3"/>
          <p:cNvSpPr txBox="1"/>
          <p:nvPr/>
        </p:nvSpPr>
        <p:spPr>
          <a:xfrm>
            <a:off x="9207500" y="1270000"/>
            <a:ext cx="2667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2400" b="1" dirty="0">
                <a:solidFill>
                  <a:srgbClr val="F59E0B"/>
                </a:solidFill>
              </a:rPr>
              <a:t>04</a:t>
            </a:r>
          </a:p>
        </p:txBody>
      </p:sp>
      <p:sp>
        <p:nvSpPr>
          <p:cNvPr id="52" name="CardTitle3"/>
          <p:cNvSpPr txBox="1"/>
          <p:nvPr/>
        </p:nvSpPr>
        <p:spPr>
          <a:xfrm>
            <a:off x="9207500" y="1651000"/>
            <a:ext cx="2667000" cy="317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600" b="1" dirty="0">
                <a:solidFill>
                  <a:srgbClr val="E8ECF1"/>
                </a:solidFill>
              </a:rPr>
              <a:t>Filtro RC</a:t>
            </a:r>
          </a:p>
        </p:txBody>
      </p:sp>
      <p:sp>
        <p:nvSpPr>
          <p:cNvPr id="53" name="CardDesc3"/>
          <p:cNvSpPr txBox="1"/>
          <p:nvPr/>
        </p:nvSpPr>
        <p:spPr>
          <a:xfrm>
            <a:off x="9334500" y="2006600"/>
            <a:ext cx="2413000" cy="8255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200" dirty="0">
                <a:solidFill>
                  <a:srgbClr val="A0AEC0"/>
                </a:solidFill>
              </a:rPr>
              <a:t>Transforma PWM em DC, tradeoff velocidade/suavidade</a:t>
            </a:r>
          </a:p>
        </p:txBody>
      </p:sp>
      <p:sp>
        <p:nvSpPr>
          <p:cNvPr id="70" name="GuideBg"/>
          <p:cNvSpPr/>
          <p:nvPr/>
        </p:nvSpPr>
        <p:spPr>
          <a:xfrm>
            <a:off x="635000" y="3238500"/>
            <a:ext cx="10922000" cy="1270000"/>
          </a:xfrm>
          <a:prstGeom prst="roundRect">
            <a:avLst/>
          </a:prstGeom>
          <a:solidFill>
            <a:srgbClr val="1A2736"/>
          </a:solidFill>
          <a:ln w="12700">
            <a:solidFill>
              <a:srgbClr val="00D4AA"/>
            </a:solidFill>
          </a:ln>
        </p:spPr>
        <p:txBody>
          <a:bodyPr/>
          <a:lstStyle/>
          <a:p>
            <a:endParaRPr lang="pt-BR"/>
          </a:p>
        </p:txBody>
      </p:sp>
      <p:sp>
        <p:nvSpPr>
          <p:cNvPr id="71" name="GuideTitle"/>
          <p:cNvSpPr txBox="1"/>
          <p:nvPr/>
        </p:nvSpPr>
        <p:spPr>
          <a:xfrm>
            <a:off x="762000" y="3302000"/>
            <a:ext cx="10668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800" b="1" dirty="0">
                <a:solidFill>
                  <a:srgbClr val="00D4AA"/>
                </a:solidFill>
              </a:rPr>
              <a:t>🎯 Guia de Decisão Rápida</a:t>
            </a:r>
          </a:p>
        </p:txBody>
      </p:sp>
      <p:sp>
        <p:nvSpPr>
          <p:cNvPr id="72" name="Guide1"/>
          <p:cNvSpPr txBox="1"/>
          <p:nvPr/>
        </p:nvSpPr>
        <p:spPr>
          <a:xfrm>
            <a:off x="762000" y="3683000"/>
            <a:ext cx="5334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400" dirty="0">
                <a:solidFill>
                  <a:srgbClr val="C0CAD8"/>
                </a:solidFill>
              </a:rPr>
              <a:t>Simplicidade → DAC (dacWrite)</a:t>
            </a:r>
          </a:p>
        </p:txBody>
      </p:sp>
      <p:sp>
        <p:nvSpPr>
          <p:cNvPr id="73" name="Guide2"/>
          <p:cNvSpPr txBox="1"/>
          <p:nvPr/>
        </p:nvSpPr>
        <p:spPr>
          <a:xfrm>
            <a:off x="762000" y="3987800"/>
            <a:ext cx="5334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400" dirty="0">
                <a:solidFill>
                  <a:srgbClr val="C0CAD8"/>
                </a:solidFill>
              </a:rPr>
              <a:t>Economia → PWM 1 canal + filtro RC</a:t>
            </a:r>
          </a:p>
        </p:txBody>
      </p:sp>
      <p:sp>
        <p:nvSpPr>
          <p:cNvPr id="74" name="Guide3"/>
          <p:cNvSpPr txBox="1"/>
          <p:nvPr/>
        </p:nvSpPr>
        <p:spPr>
          <a:xfrm>
            <a:off x="6350000" y="3683000"/>
            <a:ext cx="5080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400" dirty="0">
                <a:solidFill>
                  <a:srgbClr val="C0CAD8"/>
                </a:solidFill>
              </a:rPr>
              <a:t>Alta Precisão → PWM 2 canais + filtro</a:t>
            </a:r>
          </a:p>
        </p:txBody>
      </p:sp>
      <p:sp>
        <p:nvSpPr>
          <p:cNvPr id="75" name="Guide4"/>
          <p:cNvSpPr txBox="1"/>
          <p:nvPr/>
        </p:nvSpPr>
        <p:spPr>
          <a:xfrm>
            <a:off x="6350000" y="3987800"/>
            <a:ext cx="5080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l">
              <a:buNone/>
            </a:pPr>
            <a:r>
              <a:rPr lang="pt-BR" sz="1400" dirty="0">
                <a:solidFill>
                  <a:srgbClr val="C0CAD8"/>
                </a:solidFill>
              </a:rPr>
              <a:t>Velocidade → DAC externo (I2C/SPI)</a:t>
            </a:r>
          </a:p>
        </p:txBody>
      </p:sp>
      <p:sp>
        <p:nvSpPr>
          <p:cNvPr id="80" name="CloseBg"/>
          <p:cNvSpPr/>
          <p:nvPr/>
        </p:nvSpPr>
        <p:spPr>
          <a:xfrm>
            <a:off x="1905000" y="4762500"/>
            <a:ext cx="8382000" cy="762000"/>
          </a:xfrm>
          <a:prstGeom prst="roundRect">
            <a:avLst/>
          </a:prstGeom>
          <a:solidFill>
            <a:srgbClr val="131E2D"/>
          </a:solidFill>
          <a:ln w="0"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81" name="CloseTitle"/>
          <p:cNvSpPr txBox="1"/>
          <p:nvPr/>
        </p:nvSpPr>
        <p:spPr>
          <a:xfrm>
            <a:off x="1905000" y="4826000"/>
            <a:ext cx="8382000" cy="3556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2000" b="1" dirty="0">
                <a:solidFill>
                  <a:srgbClr val="00D4AA"/>
                </a:solidFill>
              </a:rPr>
              <a:t>Geração de Sinais Analógicos na ESP32</a:t>
            </a:r>
          </a:p>
        </p:txBody>
      </p:sp>
      <p:sp>
        <p:nvSpPr>
          <p:cNvPr id="82" name="CloseSubtitle"/>
          <p:cNvSpPr txBox="1"/>
          <p:nvPr/>
        </p:nvSpPr>
        <p:spPr>
          <a:xfrm>
            <a:off x="1905000" y="5181600"/>
            <a:ext cx="8382000" cy="279400"/>
          </a:xfrm>
          <a:prstGeom prst="rect">
            <a:avLst/>
          </a:prstGeom>
          <a:noFill/>
          <a:ln w="0">
            <a:noFill/>
          </a:ln>
        </p:spPr>
        <p:txBody>
          <a:bodyPr wrap="square" lIns="45720" tIns="0" rIns="45720" bIns="0" anchor="ctr"/>
          <a:lstStyle/>
          <a:p>
            <a:pPr algn="ctr">
              <a:buNone/>
            </a:pPr>
            <a:r>
              <a:rPr lang="pt-BR" sz="1400" dirty="0">
                <a:solidFill>
                  <a:srgbClr val="A0AEC0"/>
                </a:solidFill>
              </a:rPr>
              <a:t>DAC · PWM · Filtros · Alta Resolução | PlatformIO</a:t>
            </a:r>
          </a:p>
        </p:txBody>
      </p:sp>
    </p:spTree>
    <p:extLst>
      <p:ext uri="{BB962C8B-B14F-4D97-AF65-F5344CB8AC3E}">
        <p14:creationId xmlns:p14="http://schemas.microsoft.com/office/powerpoint/2010/main" val="102234692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[1775467819202]">
  <a:themeElements>
    <a:clrScheme name="ESP32 Dark Tech">
      <a:dk1>
        <a:srgbClr val="E8ECF1"/>
      </a:dk1>
      <a:lt1>
        <a:srgbClr val="0F1923"/>
      </a:lt1>
      <a:dk2>
        <a:srgbClr val="A0AEC0"/>
      </a:dk2>
      <a:lt2>
        <a:srgbClr val="1A2736"/>
      </a:lt2>
      <a:accent1>
        <a:srgbClr val="00D4AA"/>
      </a:accent1>
      <a:accent2>
        <a:srgbClr val="3B82F6"/>
      </a:accent2>
      <a:accent3>
        <a:srgbClr val="F59E0B"/>
      </a:accent3>
      <a:accent4>
        <a:srgbClr val="EF4444"/>
      </a:accent4>
      <a:accent5>
        <a:srgbClr val="8B5CF6"/>
      </a:accent5>
      <a:accent6>
        <a:srgbClr val="06B6D4"/>
      </a:accent6>
      <a:hlink>
        <a:srgbClr val="467886"/>
      </a:hlink>
      <a:folHlink>
        <a:srgbClr val="96607D"/>
      </a:folHlink>
    </a:clrScheme>
    <a:fontScheme name="ESP32 Tech">
      <a:majorFont>
        <a:latin typeface="Segoe UI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642249E-A69F-4764-9A14-4B1DDD9BFE04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08de266e-0277-49c5-b04f-1e7163324bb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2658</Words>
  <Application>Microsoft Office PowerPoint</Application>
  <PresentationFormat>Widescreen</PresentationFormat>
  <Paragraphs>452</Paragraphs>
  <Slides>32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6" baseType="lpstr">
      <vt:lpstr>Arial</vt:lpstr>
      <vt:lpstr>Consolas</vt:lpstr>
      <vt:lpstr>Segoe UI</vt:lpstr>
      <vt:lpstr>Tema do Office [1775467819202]</vt:lpstr>
      <vt:lpstr>Geração de Sinais Analógicos na ESP32</vt:lpstr>
      <vt:lpstr>Agenda</vt:lpstr>
      <vt:lpstr>01 Fundamentos</vt:lpstr>
      <vt:lpstr>Sinal Digital vs Analógico</vt:lpstr>
      <vt:lpstr>Resolução e Quantização</vt:lpstr>
      <vt:lpstr>Apresentação do PowerPoint</vt:lpstr>
      <vt:lpstr>02 DAC — Digital to Analog Converter</vt:lpstr>
      <vt:lpstr>O que é um DAC?</vt:lpstr>
      <vt:lpstr>DAC: Vantagens e Desvantagens</vt:lpstr>
      <vt:lpstr>03 PWM — Pulse Width Modulation</vt:lpstr>
      <vt:lpstr>Conceito de PWM</vt:lpstr>
      <vt:lpstr>Apresentação do PowerPoint</vt:lpstr>
      <vt:lpstr>04 PWM + Filtro RC</vt:lpstr>
      <vt:lpstr>Filtro Passa-Baixa (RC)</vt:lpstr>
      <vt:lpstr>Apresentação do PowerPoint</vt:lpstr>
      <vt:lpstr>PWM com 1 Canal — Geração de Tensão Média</vt:lpstr>
      <vt:lpstr>05 PWM com 2 Canais (Alta Resolução)</vt:lpstr>
      <vt:lpstr>Técnica: PWM Dual (MSB + LSB)</vt:lpstr>
      <vt:lpstr>Apresentação do PowerPoint</vt:lpstr>
      <vt:lpstr>PWM Dual — Implementação Prática</vt:lpstr>
      <vt:lpstr>06 Comparação: DAC vs PWM</vt:lpstr>
      <vt:lpstr>Apresentação do PowerPoint</vt:lpstr>
      <vt:lpstr>07 Arquitetura da ESP32</vt:lpstr>
      <vt:lpstr>Periféricos de Saída Analógica</vt:lpstr>
      <vt:lpstr>08 Código Prático</vt:lpstr>
      <vt:lpstr>Apresentação do PowerPoint</vt:lpstr>
      <vt:lpstr>Apresentação do PowerPoint</vt:lpstr>
      <vt:lpstr>Apresentação do PowerPoint</vt:lpstr>
      <vt:lpstr>09 Aplicações Reais</vt:lpstr>
      <vt:lpstr>Apresentação do PowerPoint</vt:lpstr>
      <vt:lpstr>Problemas e Limitações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Josué Morais</dc:creator>
  <cp:lastModifiedBy>Josué Morais</cp:lastModifiedBy>
  <cp:revision>1</cp:revision>
  <dcterms:created xsi:type="dcterms:W3CDTF">2026-04-06T09:28:39Z</dcterms:created>
  <dcterms:modified xsi:type="dcterms:W3CDTF">2026-04-06T11:30:07Z</dcterms:modified>
</cp:coreProperties>
</file>